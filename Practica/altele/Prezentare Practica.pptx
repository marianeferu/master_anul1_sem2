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865" autoAdjust="0"/>
  </p:normalViewPr>
  <p:slideViewPr>
    <p:cSldViewPr snapToGrid="0">
      <p:cViewPr varScale="1">
        <p:scale>
          <a:sx n="92" d="100"/>
          <a:sy n="92" d="100"/>
        </p:scale>
        <p:origin x="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077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2131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7178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40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827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1283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767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224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9637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7314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65604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9486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18014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94297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8301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90697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942163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5847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5464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smtClean="0"/>
              <a:t>Practică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o-RO" dirty="0" smtClean="0"/>
              <a:t>Student</a:t>
            </a:r>
            <a:r>
              <a:rPr lang="en-GB" dirty="0" smtClean="0"/>
              <a:t>: </a:t>
            </a:r>
            <a:r>
              <a:rPr lang="ro-RO" dirty="0" smtClean="0"/>
              <a:t>Neferu ana-maria</a:t>
            </a:r>
            <a:endParaRPr lang="en-GB" dirty="0" smtClean="0"/>
          </a:p>
          <a:p>
            <a:r>
              <a:rPr lang="en-GB" dirty="0" err="1" smtClean="0"/>
              <a:t>Programul</a:t>
            </a:r>
            <a:r>
              <a:rPr lang="en-GB" dirty="0" smtClean="0"/>
              <a:t> de master: </a:t>
            </a:r>
            <a:r>
              <a:rPr lang="en-GB" dirty="0" err="1" smtClean="0"/>
              <a:t>Baze</a:t>
            </a:r>
            <a:r>
              <a:rPr lang="en-GB" dirty="0" smtClean="0"/>
              <a:t> de date </a:t>
            </a:r>
            <a:r>
              <a:rPr lang="ro-RO" dirty="0" smtClean="0"/>
              <a:t>și tehnologii software</a:t>
            </a:r>
            <a:endParaRPr lang="en-GB" dirty="0" smtClean="0"/>
          </a:p>
          <a:p>
            <a:r>
              <a:rPr lang="en-GB" dirty="0" err="1" smtClean="0"/>
              <a:t>Grupa</a:t>
            </a:r>
            <a:r>
              <a:rPr lang="en-GB" dirty="0" smtClean="0"/>
              <a:t>  :</a:t>
            </a:r>
            <a:r>
              <a:rPr lang="ro-RO" dirty="0" smtClean="0"/>
              <a:t> 405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2433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Expert data</a:t>
            </a:r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1238595" y="2693324"/>
            <a:ext cx="98173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Expert Data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este unul dintre cei mai reprezentativi producatori de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aplicații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software pentru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administrația publică locală,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cu peste 600 de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implementări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400 de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instituții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 de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mărime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medie-mare, 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4000 de utilizatori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singurul furnizor de servicii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și soluții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integrate. Sistemul integrat Avansis dezvoltat de Integrisoft este utilizat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peste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 40% din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orașe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și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peste 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30% din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orașele 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municipii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reședințe 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județ.</a:t>
            </a: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Ace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au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aplica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ii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precum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AvanTax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Taxe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Impozite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AvanCont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Contabilitate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AvanDoc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Documente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, iar p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ortofoliul lor 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de servicii este gândit să acopere o gamă extinsă de nevoi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: implementare, procesare date, mentenanță &amp; suport, instruire, consultanță, facilitare achiziții etc.</a:t>
            </a:r>
            <a:endParaRPr lang="ro-R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Despre</a:t>
            </a:r>
            <a:r>
              <a:rPr lang="en-GB" dirty="0" smtClean="0"/>
              <a:t> </a:t>
            </a:r>
            <a:r>
              <a:rPr lang="en-GB" dirty="0" err="1" smtClean="0"/>
              <a:t>practic</a:t>
            </a:r>
            <a:r>
              <a:rPr lang="ro-RO" dirty="0" smtClean="0"/>
              <a:t>ă</a:t>
            </a:r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863899" y="2128058"/>
            <a:ext cx="101421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Prima zi a constat în primirea ghidului și documentației de Innoview (arhitectura ...). În cea de-a doua zi am avut un set de exerciții de SQL pentru a mă familiariza cu o parte din bazele de date cu care urma să lucrez, dar și cu modul de lucru și bunele practici ale departamentului. Cea de-a treia zi a început cu o scurtă analiză tehnică și câteva exerciții de nivel începător ce combinau front-end-ul (html, css, javascript, bootstrap) cu backend-ul (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C#, SQL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). Pe parcurs, aceste exerciții erau evaluate, după care primeam un feedback și le îmbunătățeam împreună cu câte un coleg.</a:t>
            </a:r>
            <a:endParaRPr lang="ro-R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49630" y="4580312"/>
            <a:ext cx="3458094" cy="2211187"/>
          </a:xfrm>
          <a:prstGeom prst="roundRect">
            <a:avLst>
              <a:gd name="adj" fmla="val 244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o-RO" sz="800" dirty="0"/>
          </a:p>
          <a:p>
            <a:r>
              <a:rPr lang="ro-RO" sz="800" dirty="0"/>
              <a:t>       public override bool executaPeSubmitInTimpulCompletariiCampurilor()</a:t>
            </a:r>
          </a:p>
          <a:p>
            <a:r>
              <a:rPr lang="ro-RO" sz="800" dirty="0"/>
              <a:t>        {</a:t>
            </a:r>
          </a:p>
          <a:p>
            <a:r>
              <a:rPr lang="ro-RO" sz="800" dirty="0"/>
              <a:t>            if (userEditedData.Rows[0]["Valoare"] != DBNull.Value)</a:t>
            </a:r>
          </a:p>
          <a:p>
            <a:r>
              <a:rPr lang="ro-RO" sz="800" dirty="0"/>
              <a:t>            {</a:t>
            </a:r>
          </a:p>
          <a:p>
            <a:r>
              <a:rPr lang="ro-RO" sz="800" dirty="0"/>
              <a:t>                int check = Conversion.objectToDecimal(userEditedData.Rows[0]["Valoare"]).CompareTo(Convert.ToDecimal(200));</a:t>
            </a:r>
          </a:p>
          <a:p>
            <a:endParaRPr lang="ro-RO" sz="800" dirty="0"/>
          </a:p>
          <a:p>
            <a:r>
              <a:rPr lang="ro-RO" sz="800" dirty="0"/>
              <a:t>                if (check &gt; 0)</a:t>
            </a:r>
          </a:p>
          <a:p>
            <a:r>
              <a:rPr lang="ro-RO" sz="800" dirty="0"/>
              <a:t>                {</a:t>
            </a:r>
          </a:p>
          <a:p>
            <a:r>
              <a:rPr lang="ro-RO" sz="800" dirty="0"/>
              <a:t>                    userEditedData.Rows[0]["FlagUrgent"] = true;</a:t>
            </a:r>
          </a:p>
          <a:p>
            <a:endParaRPr lang="ro-RO" sz="800" dirty="0"/>
          </a:p>
          <a:p>
            <a:r>
              <a:rPr lang="ro-RO" sz="800" dirty="0"/>
              <a:t>                }</a:t>
            </a:r>
          </a:p>
          <a:p>
            <a:r>
              <a:rPr lang="ro-RO" sz="800" dirty="0"/>
              <a:t>            }</a:t>
            </a:r>
          </a:p>
          <a:p>
            <a:endParaRPr lang="ro-RO" sz="800" dirty="0"/>
          </a:p>
          <a:p>
            <a:r>
              <a:rPr lang="ro-RO" sz="800" dirty="0"/>
              <a:t>            return true;</a:t>
            </a:r>
          </a:p>
          <a:p>
            <a:r>
              <a:rPr lang="ro-RO" sz="800" dirty="0"/>
              <a:t> </a:t>
            </a:r>
            <a:r>
              <a:rPr lang="ro-RO" sz="800" dirty="0" smtClean="0"/>
              <a:t>     </a:t>
            </a:r>
            <a:r>
              <a:rPr lang="en-GB" sz="800" dirty="0" smtClean="0"/>
              <a:t>}</a:t>
            </a:r>
            <a:endParaRPr lang="ro-RO" sz="800" dirty="0"/>
          </a:p>
          <a:p>
            <a:r>
              <a:rPr lang="ro-RO" sz="800" dirty="0"/>
              <a:t>      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40" y="4073237"/>
            <a:ext cx="5062452" cy="2385752"/>
          </a:xfrm>
          <a:prstGeom prst="roundRect">
            <a:avLst>
              <a:gd name="adj" fmla="val 244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sz="800" dirty="0"/>
              <a:t> public override bool isOkToShowControl(string sNumeControl, DataRow drUserEditedData)</a:t>
            </a:r>
          </a:p>
          <a:p>
            <a:r>
              <a:rPr lang="ro-RO" sz="800" dirty="0"/>
              <a:t>        {</a:t>
            </a:r>
          </a:p>
          <a:p>
            <a:r>
              <a:rPr lang="ro-RO" sz="800" dirty="0"/>
              <a:t>            if (userEditedData.Rows.Count &gt; 0) </a:t>
            </a:r>
            <a:endParaRPr lang="en-US" sz="800" dirty="0" smtClean="0"/>
          </a:p>
          <a:p>
            <a:r>
              <a:rPr lang="en-US" sz="800" dirty="0" smtClean="0"/>
              <a:t>             </a:t>
            </a:r>
            <a:r>
              <a:rPr lang="ro-RO" sz="800" dirty="0" smtClean="0"/>
              <a:t>{ </a:t>
            </a:r>
            <a:endParaRPr lang="ro-RO" sz="800" dirty="0"/>
          </a:p>
          <a:p>
            <a:r>
              <a:rPr lang="ro-RO" sz="800" dirty="0"/>
              <a:t>                if (sNumeControl == "chkUrgent")</a:t>
            </a:r>
          </a:p>
          <a:p>
            <a:r>
              <a:rPr lang="ro-RO" sz="800" dirty="0"/>
              <a:t>                {</a:t>
            </a:r>
          </a:p>
          <a:p>
            <a:r>
              <a:rPr lang="ro-RO" sz="800" dirty="0"/>
              <a:t>                     if (drUserEditedData["Valoare"] != DBNull.Value)</a:t>
            </a:r>
          </a:p>
          <a:p>
            <a:r>
              <a:rPr lang="ro-RO" sz="800" dirty="0"/>
              <a:t>                     {</a:t>
            </a:r>
          </a:p>
          <a:p>
            <a:r>
              <a:rPr lang="ro-RO" sz="800" dirty="0"/>
              <a:t>                         int status = Conversion.objectToDecimal(drUserEditedData["Valoare"]).CompareTo(Convert.ToDecimal(100));</a:t>
            </a:r>
          </a:p>
          <a:p>
            <a:r>
              <a:rPr lang="ro-RO" sz="800" dirty="0"/>
              <a:t>                         if (status &lt; 0)</a:t>
            </a:r>
          </a:p>
          <a:p>
            <a:r>
              <a:rPr lang="ro-RO" sz="800" dirty="0"/>
              <a:t>                         {</a:t>
            </a:r>
          </a:p>
          <a:p>
            <a:r>
              <a:rPr lang="ro-RO" sz="800" dirty="0"/>
              <a:t>                             return false; //nu se afiseaza controlul</a:t>
            </a:r>
          </a:p>
          <a:p>
            <a:r>
              <a:rPr lang="ro-RO" sz="800" dirty="0"/>
              <a:t>                         }</a:t>
            </a:r>
          </a:p>
          <a:p>
            <a:r>
              <a:rPr lang="ro-RO" sz="800" dirty="0"/>
              <a:t>                     }</a:t>
            </a:r>
          </a:p>
          <a:p>
            <a:r>
              <a:rPr lang="ro-RO" sz="800" dirty="0"/>
              <a:t>                }</a:t>
            </a:r>
          </a:p>
          <a:p>
            <a:r>
              <a:rPr lang="ro-RO" sz="800" dirty="0"/>
              <a:t>            }</a:t>
            </a:r>
          </a:p>
          <a:p>
            <a:r>
              <a:rPr lang="ro-RO" sz="800" dirty="0"/>
              <a:t>            return true;</a:t>
            </a:r>
          </a:p>
          <a:p>
            <a:r>
              <a:rPr lang="ro-RO" sz="8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28874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Despre</a:t>
            </a:r>
            <a:r>
              <a:rPr lang="en-GB" dirty="0" smtClean="0"/>
              <a:t> </a:t>
            </a:r>
            <a:r>
              <a:rPr lang="en-GB" dirty="0" err="1" smtClean="0"/>
              <a:t>practic</a:t>
            </a:r>
            <a:r>
              <a:rPr lang="ro-RO" dirty="0" smtClean="0"/>
              <a:t>ă</a:t>
            </a:r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980277" y="1238595"/>
            <a:ext cx="103167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	</a:t>
            </a:r>
            <a:r>
              <a:rPr lang="ro-RO" dirty="0" smtClean="0"/>
              <a:t>În următoarele zile am primit task-uri legate de mutarea unor ecrane, modificarea procedurilor apelate de către rapoarte (.rdl), modelarea datelor cu ajutorul sql-ului pentru a le afișa în modul dorit în rapoarte, rezolvarea bug-urilor (ex. lipseau anumiți parametri de care depindea afișarea unor rapoarte, parametri care erau trimiși ca string în loc de int, view-uri din sql aduceau date parțiale, etc.), validări de câmpuri ce conțin CNP-uri, dată, evidențierea anumitor linii afișate în ecrane, mesaje de atenționare (un câmp obligatoriu lăsat necompletat, condiții în care să nu poți face anumite acțiuni – ex. un act care nu poate fi emis dacă taxele nu au fost plătite de către contribuabil), etc.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724103"/>
            <a:ext cx="5237018" cy="300920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o-RO" sz="800" dirty="0"/>
          </a:p>
          <a:p>
            <a:r>
              <a:rPr lang="ro-RO" sz="800" dirty="0"/>
              <a:t> public override string showConfirmToSave()</a:t>
            </a:r>
          </a:p>
          <a:p>
            <a:r>
              <a:rPr lang="ro-RO" sz="800" dirty="0"/>
              <a:t>        </a:t>
            </a:r>
            <a:r>
              <a:rPr lang="ro-RO" sz="800" dirty="0" smtClean="0"/>
              <a:t>{</a:t>
            </a:r>
            <a:endParaRPr lang="ro-RO" sz="800" dirty="0"/>
          </a:p>
          <a:p>
            <a:r>
              <a:rPr lang="ro-RO" sz="800" dirty="0"/>
              <a:t>            string sEroare = string.Empty;</a:t>
            </a:r>
          </a:p>
          <a:p>
            <a:endParaRPr lang="ro-RO" sz="800" dirty="0"/>
          </a:p>
          <a:p>
            <a:endParaRPr lang="ro-RO" sz="800" dirty="0"/>
          </a:p>
          <a:p>
            <a:r>
              <a:rPr lang="ro-RO" sz="800" dirty="0"/>
              <a:t>            if ( string.IsNullOrEmpty(Conversion.objectToString(userEditedData.Rows[0]["Descriere"])) )</a:t>
            </a:r>
          </a:p>
          <a:p>
            <a:r>
              <a:rPr lang="ro-RO" sz="800" dirty="0"/>
              <a:t>            {</a:t>
            </a:r>
          </a:p>
          <a:p>
            <a:r>
              <a:rPr lang="ro-RO" sz="800" dirty="0"/>
              <a:t>                sEroare += "Campul descriere nu este completat!";</a:t>
            </a:r>
          </a:p>
          <a:p>
            <a:r>
              <a:rPr lang="ro-RO" sz="800" dirty="0"/>
              <a:t>            }</a:t>
            </a:r>
          </a:p>
          <a:p>
            <a:endParaRPr lang="ro-RO" sz="800" dirty="0"/>
          </a:p>
          <a:p>
            <a:r>
              <a:rPr lang="ro-RO" sz="800" dirty="0"/>
              <a:t>            return sEroare;</a:t>
            </a:r>
          </a:p>
          <a:p>
            <a:r>
              <a:rPr lang="ro-RO" sz="800" dirty="0"/>
              <a:t>        }</a:t>
            </a:r>
          </a:p>
          <a:p>
            <a:endParaRPr lang="ro-RO" sz="800" dirty="0"/>
          </a:p>
          <a:p>
            <a:r>
              <a:rPr lang="ro-RO" sz="800" dirty="0"/>
              <a:t> public override bool isOkToSave()</a:t>
            </a:r>
          </a:p>
          <a:p>
            <a:r>
              <a:rPr lang="ro-RO" sz="800" dirty="0"/>
              <a:t>        {</a:t>
            </a:r>
          </a:p>
          <a:p>
            <a:r>
              <a:rPr lang="ro-RO" sz="800" dirty="0"/>
              <a:t>            if(userEditedData.Rows[0]["Valoare"] == DBNull.Value)</a:t>
            </a:r>
          </a:p>
          <a:p>
            <a:r>
              <a:rPr lang="ro-RO" sz="800" dirty="0"/>
              <a:t>            {</a:t>
            </a:r>
          </a:p>
          <a:p>
            <a:r>
              <a:rPr lang="ro-RO" sz="800" dirty="0"/>
              <a:t>                mContextUser.adaugaEroare("Campul valoare este obligatoriu");</a:t>
            </a:r>
          </a:p>
          <a:p>
            <a:r>
              <a:rPr lang="ro-RO" sz="800" dirty="0"/>
              <a:t>            }</a:t>
            </a:r>
          </a:p>
          <a:p>
            <a:endParaRPr lang="ro-RO" sz="800" dirty="0"/>
          </a:p>
          <a:p>
            <a:r>
              <a:rPr lang="ro-RO" sz="800" dirty="0"/>
              <a:t>            return mContextUser.getListaErori().Count == 0;</a:t>
            </a:r>
          </a:p>
          <a:p>
            <a:r>
              <a:rPr lang="ro-RO" sz="8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69409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Despre</a:t>
            </a:r>
            <a:r>
              <a:rPr lang="en-GB" dirty="0" smtClean="0"/>
              <a:t> </a:t>
            </a:r>
            <a:r>
              <a:rPr lang="en-GB" dirty="0" err="1" smtClean="0"/>
              <a:t>practic</a:t>
            </a:r>
            <a:r>
              <a:rPr lang="ro-RO" dirty="0"/>
              <a:t>ă</a:t>
            </a:r>
            <a:endParaRPr lang="ro-RO" dirty="0"/>
          </a:p>
        </p:txBody>
      </p:sp>
      <p:sp>
        <p:nvSpPr>
          <p:cNvPr id="5" name="Rounded Rectangle 4"/>
          <p:cNvSpPr/>
          <p:nvPr/>
        </p:nvSpPr>
        <p:spPr>
          <a:xfrm>
            <a:off x="191193" y="108065"/>
            <a:ext cx="6209608" cy="5006127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sz="800" dirty="0"/>
              <a:t> public override object saveData(int pnIndexRow)</a:t>
            </a:r>
          </a:p>
          <a:p>
            <a:r>
              <a:rPr lang="ro-RO" sz="800" dirty="0"/>
              <a:t>        {</a:t>
            </a:r>
          </a:p>
          <a:p>
            <a:r>
              <a:rPr lang="ro-RO" sz="800" dirty="0"/>
              <a:t>            int </a:t>
            </a:r>
            <a:r>
              <a:rPr lang="ro-RO" sz="800" dirty="0" smtClean="0"/>
              <a:t>n</a:t>
            </a:r>
            <a:r>
              <a:rPr lang="en-US" sz="800" dirty="0" smtClean="0"/>
              <a:t>Document</a:t>
            </a:r>
            <a:r>
              <a:rPr lang="ro-RO" sz="800" dirty="0" smtClean="0"/>
              <a:t>Id</a:t>
            </a:r>
            <a:r>
              <a:rPr lang="ro-RO" sz="800" dirty="0"/>
              <a:t>;</a:t>
            </a:r>
          </a:p>
          <a:p>
            <a:r>
              <a:rPr lang="ro-RO" sz="800" dirty="0"/>
              <a:t>            Transaction </a:t>
            </a:r>
            <a:r>
              <a:rPr lang="ro-RO" sz="800" dirty="0" smtClean="0"/>
              <a:t>trans;</a:t>
            </a:r>
            <a:endParaRPr lang="en-US" sz="800" dirty="0" smtClean="0"/>
          </a:p>
          <a:p>
            <a:endParaRPr lang="ro-RO" sz="800" dirty="0"/>
          </a:p>
          <a:p>
            <a:r>
              <a:rPr lang="ro-RO" sz="800" dirty="0"/>
              <a:t>            SqlConnection conn = DBMethods.getConnection(DBMethods.defaultConnectionKey);</a:t>
            </a:r>
          </a:p>
          <a:p>
            <a:r>
              <a:rPr lang="ro-RO" sz="800" dirty="0"/>
              <a:t>            SqlTransaction sqltran = conn.BeginTransaction();</a:t>
            </a:r>
          </a:p>
          <a:p>
            <a:r>
              <a:rPr lang="ro-RO" sz="800" dirty="0"/>
              <a:t>            trans = new Transaction(conn, sqltran, mContextUser);</a:t>
            </a:r>
          </a:p>
          <a:p>
            <a:endParaRPr lang="ro-RO" sz="800" dirty="0"/>
          </a:p>
          <a:p>
            <a:r>
              <a:rPr lang="ro-RO" sz="800" dirty="0"/>
              <a:t>            try</a:t>
            </a:r>
          </a:p>
          <a:p>
            <a:r>
              <a:rPr lang="ro-RO" sz="800" dirty="0"/>
              <a:t>            {</a:t>
            </a:r>
          </a:p>
          <a:p>
            <a:r>
              <a:rPr lang="ro-RO" sz="800" dirty="0"/>
              <a:t>                userEditedData.Rows[0]["Stare"] = Stare.Depusa.ToString();</a:t>
            </a:r>
          </a:p>
          <a:p>
            <a:endParaRPr lang="ro-RO" sz="800" dirty="0"/>
          </a:p>
          <a:p>
            <a:r>
              <a:rPr lang="ro-RO" sz="800" dirty="0"/>
              <a:t>                </a:t>
            </a:r>
            <a:r>
              <a:rPr lang="ro-RO" sz="800" dirty="0" smtClean="0"/>
              <a:t>n</a:t>
            </a:r>
            <a:r>
              <a:rPr lang="en-US" sz="800" dirty="0" err="1" smtClean="0"/>
              <a:t>DocumentId</a:t>
            </a:r>
            <a:r>
              <a:rPr lang="ro-RO" sz="800" dirty="0" smtClean="0"/>
              <a:t> </a:t>
            </a:r>
            <a:r>
              <a:rPr lang="ro-RO" sz="800" dirty="0"/>
              <a:t>= Conversion.objectToInt(base.saveData(pnIndexRow));</a:t>
            </a:r>
          </a:p>
          <a:p>
            <a:r>
              <a:rPr lang="ro-RO" sz="800" dirty="0"/>
              <a:t>                BO </a:t>
            </a:r>
            <a:r>
              <a:rPr lang="ro-RO" sz="800" dirty="0" smtClean="0"/>
              <a:t>boD</a:t>
            </a:r>
            <a:r>
              <a:rPr lang="en-US" sz="800" dirty="0" err="1" smtClean="0"/>
              <a:t>ocumente</a:t>
            </a:r>
            <a:r>
              <a:rPr lang="ro-RO" sz="800" dirty="0" smtClean="0"/>
              <a:t> </a:t>
            </a:r>
            <a:r>
              <a:rPr lang="ro-RO" sz="800" dirty="0"/>
              <a:t>= getComponent("</a:t>
            </a:r>
            <a:r>
              <a:rPr lang="ro-RO" sz="800" dirty="0" smtClean="0"/>
              <a:t>FrmD</a:t>
            </a:r>
            <a:r>
              <a:rPr lang="en-US" sz="800" dirty="0" err="1" smtClean="0"/>
              <a:t>ocumente</a:t>
            </a:r>
            <a:r>
              <a:rPr lang="ro-RO" sz="800" dirty="0" smtClean="0"/>
              <a:t>");</a:t>
            </a:r>
            <a:endParaRPr lang="ro-RO" sz="800" dirty="0"/>
          </a:p>
          <a:p>
            <a:endParaRPr lang="ro-RO" sz="800" dirty="0"/>
          </a:p>
          <a:p>
            <a:r>
              <a:rPr lang="ro-RO" sz="800" dirty="0"/>
              <a:t>                if (</a:t>
            </a:r>
            <a:r>
              <a:rPr lang="ro-RO" sz="800" dirty="0" smtClean="0"/>
              <a:t>boD</a:t>
            </a:r>
            <a:r>
              <a:rPr lang="en-US" sz="800" dirty="0" err="1" smtClean="0"/>
              <a:t>ocumente</a:t>
            </a:r>
            <a:r>
              <a:rPr lang="ro-RO" sz="800" dirty="0" smtClean="0"/>
              <a:t>.userEditedData.Rows.Count </a:t>
            </a:r>
            <a:r>
              <a:rPr lang="ro-RO" sz="800" dirty="0"/>
              <a:t>&gt; 0)</a:t>
            </a:r>
          </a:p>
          <a:p>
            <a:r>
              <a:rPr lang="ro-RO" sz="800" dirty="0"/>
              <a:t>                {</a:t>
            </a:r>
          </a:p>
          <a:p>
            <a:r>
              <a:rPr lang="ro-RO" sz="800" dirty="0"/>
              <a:t>                    for (int i = 0; i &lt; </a:t>
            </a:r>
            <a:r>
              <a:rPr lang="ro-RO" sz="800" dirty="0" smtClean="0"/>
              <a:t>boD</a:t>
            </a:r>
            <a:r>
              <a:rPr lang="en-US" sz="800" dirty="0" err="1" smtClean="0"/>
              <a:t>ocumente</a:t>
            </a:r>
            <a:r>
              <a:rPr lang="ro-RO" sz="800" dirty="0" smtClean="0"/>
              <a:t>.userEditedData.Rows.Count</a:t>
            </a:r>
            <a:r>
              <a:rPr lang="ro-RO" sz="800" dirty="0"/>
              <a:t>; i++)</a:t>
            </a:r>
          </a:p>
          <a:p>
            <a:r>
              <a:rPr lang="ro-RO" sz="800" dirty="0"/>
              <a:t>                    {</a:t>
            </a:r>
          </a:p>
          <a:p>
            <a:r>
              <a:rPr lang="ro-RO" sz="800" dirty="0"/>
              <a:t>                        </a:t>
            </a:r>
            <a:r>
              <a:rPr lang="ro-RO" sz="800" dirty="0" smtClean="0"/>
              <a:t>boD</a:t>
            </a:r>
            <a:r>
              <a:rPr lang="en-US" sz="800" dirty="0" err="1" smtClean="0"/>
              <a:t>ocumente</a:t>
            </a:r>
            <a:r>
              <a:rPr lang="ro-RO" sz="800" dirty="0" smtClean="0"/>
              <a:t>.userEditedData.Rows[i][“</a:t>
            </a:r>
            <a:r>
              <a:rPr lang="en-US" sz="800" dirty="0" smtClean="0"/>
              <a:t>Document</a:t>
            </a:r>
            <a:r>
              <a:rPr lang="ro-RO" sz="800" dirty="0" smtClean="0"/>
              <a:t>Id</a:t>
            </a:r>
            <a:r>
              <a:rPr lang="ro-RO" sz="800" dirty="0"/>
              <a:t>"] = </a:t>
            </a:r>
            <a:r>
              <a:rPr lang="ro-RO" sz="800" dirty="0" smtClean="0"/>
              <a:t>n</a:t>
            </a:r>
            <a:r>
              <a:rPr lang="en-US" sz="800" dirty="0" smtClean="0"/>
              <a:t>Document</a:t>
            </a:r>
            <a:r>
              <a:rPr lang="ro-RO" sz="800" dirty="0" smtClean="0"/>
              <a:t>Id</a:t>
            </a:r>
            <a:r>
              <a:rPr lang="ro-RO" sz="800" dirty="0"/>
              <a:t>;</a:t>
            </a:r>
          </a:p>
          <a:p>
            <a:r>
              <a:rPr lang="ro-RO" sz="800" dirty="0"/>
              <a:t>                    }</a:t>
            </a:r>
          </a:p>
          <a:p>
            <a:r>
              <a:rPr lang="ro-RO" sz="800" dirty="0"/>
              <a:t>                    </a:t>
            </a:r>
            <a:r>
              <a:rPr lang="ro-RO" sz="800" dirty="0" smtClean="0"/>
              <a:t>boD</a:t>
            </a:r>
            <a:r>
              <a:rPr lang="en-US" sz="800" dirty="0" err="1" smtClean="0"/>
              <a:t>ocumente</a:t>
            </a:r>
            <a:r>
              <a:rPr lang="ro-RO" sz="800" dirty="0" smtClean="0"/>
              <a:t>.saveAllData</a:t>
            </a:r>
            <a:r>
              <a:rPr lang="ro-RO" sz="800" dirty="0"/>
              <a:t>(); </a:t>
            </a:r>
          </a:p>
          <a:p>
            <a:r>
              <a:rPr lang="ro-RO" sz="800" dirty="0"/>
              <a:t>                }</a:t>
            </a:r>
          </a:p>
          <a:p>
            <a:endParaRPr lang="ro-RO" sz="800" dirty="0"/>
          </a:p>
          <a:p>
            <a:r>
              <a:rPr lang="ro-RO" sz="800" dirty="0"/>
              <a:t>                trans.transaction.Commit();</a:t>
            </a:r>
          </a:p>
          <a:p>
            <a:r>
              <a:rPr lang="ro-RO" sz="800" dirty="0"/>
              <a:t>            }</a:t>
            </a:r>
          </a:p>
          <a:p>
            <a:r>
              <a:rPr lang="ro-RO" sz="800" dirty="0"/>
              <a:t>            catch (Exception ex)</a:t>
            </a:r>
          </a:p>
          <a:p>
            <a:r>
              <a:rPr lang="ro-RO" sz="800" dirty="0"/>
              <a:t>            {</a:t>
            </a:r>
          </a:p>
          <a:p>
            <a:r>
              <a:rPr lang="ro-RO" sz="800" dirty="0"/>
              <a:t>                trans.transaction.Rollback();</a:t>
            </a:r>
          </a:p>
          <a:p>
            <a:r>
              <a:rPr lang="ro-RO" sz="800" dirty="0"/>
              <a:t>                throw;</a:t>
            </a:r>
          </a:p>
          <a:p>
            <a:r>
              <a:rPr lang="ro-RO" sz="800" dirty="0"/>
              <a:t>            }</a:t>
            </a:r>
          </a:p>
          <a:p>
            <a:r>
              <a:rPr lang="ro-RO" sz="800" dirty="0"/>
              <a:t>            finally</a:t>
            </a:r>
          </a:p>
          <a:p>
            <a:r>
              <a:rPr lang="ro-RO" sz="800" dirty="0"/>
              <a:t>            {</a:t>
            </a:r>
          </a:p>
          <a:p>
            <a:r>
              <a:rPr lang="ro-RO" sz="800" dirty="0"/>
              <a:t>                conn.Close();</a:t>
            </a:r>
          </a:p>
          <a:p>
            <a:r>
              <a:rPr lang="ro-RO" sz="800" dirty="0"/>
              <a:t>            }</a:t>
            </a:r>
          </a:p>
          <a:p>
            <a:endParaRPr lang="ro-RO" sz="800" dirty="0"/>
          </a:p>
          <a:p>
            <a:r>
              <a:rPr lang="ro-RO" sz="800" dirty="0"/>
              <a:t>            return </a:t>
            </a:r>
            <a:r>
              <a:rPr lang="ro-RO" sz="800" dirty="0" smtClean="0"/>
              <a:t>n</a:t>
            </a:r>
            <a:r>
              <a:rPr lang="en-US" sz="800" dirty="0" smtClean="0"/>
              <a:t>Document</a:t>
            </a:r>
            <a:r>
              <a:rPr lang="ro-RO" sz="800" dirty="0" smtClean="0"/>
              <a:t>Id</a:t>
            </a:r>
            <a:r>
              <a:rPr lang="ro-RO" sz="800" dirty="0"/>
              <a:t>;</a:t>
            </a:r>
          </a:p>
          <a:p>
            <a:r>
              <a:rPr lang="ro-RO" sz="800" dirty="0"/>
              <a:t>        </a:t>
            </a:r>
            <a:r>
              <a:rPr lang="ro-RO" sz="800" dirty="0" smtClean="0"/>
              <a:t>}</a:t>
            </a:r>
            <a:endParaRPr lang="ro-RO" sz="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076" y="2957979"/>
            <a:ext cx="9890930" cy="45742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65913" y="3541222"/>
            <a:ext cx="515389" cy="149629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Rounded Rectangle 6"/>
          <p:cNvSpPr/>
          <p:nvPr/>
        </p:nvSpPr>
        <p:spPr>
          <a:xfrm>
            <a:off x="3790603" y="3399905"/>
            <a:ext cx="133004" cy="141317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Rounded Rectangle 7"/>
          <p:cNvSpPr/>
          <p:nvPr/>
        </p:nvSpPr>
        <p:spPr>
          <a:xfrm>
            <a:off x="12012365" y="2998610"/>
            <a:ext cx="515389" cy="149629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Rounded Rectangle 8"/>
          <p:cNvSpPr/>
          <p:nvPr/>
        </p:nvSpPr>
        <p:spPr>
          <a:xfrm>
            <a:off x="5693612" y="2998610"/>
            <a:ext cx="515389" cy="149629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Rounded Rectangle 9"/>
          <p:cNvSpPr/>
          <p:nvPr/>
        </p:nvSpPr>
        <p:spPr>
          <a:xfrm>
            <a:off x="8445731" y="2998610"/>
            <a:ext cx="515389" cy="149629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993" y="78897"/>
            <a:ext cx="2304864" cy="283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5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Concluzii</a:t>
            </a:r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1147156" y="1362169"/>
            <a:ext cx="992299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urma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acest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ei perioade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practic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 am dobândit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i consolidat competențe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i abilități precum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 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c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apacitatea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a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rezolva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taskuri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complexitate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mic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medie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atestat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construirea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ecranelor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cu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ionalit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afi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, salvare, editare, ștergere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datelor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c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utare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filtrare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 dar și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completare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automat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validare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mpuri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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a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plicarea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cuno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tin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teoretice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rezolvarea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probleme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concrete,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competen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atestat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rezolvarea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bugurilor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realizarea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rapoarte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care s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aduc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baz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ele de date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iile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modelate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modul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cerut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 2" panose="05020102010507070707" pitchFamily="18" charset="2"/>
              <a:buChar char="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c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apacitatea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a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elege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modul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 care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organizat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modul în care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ioneaz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arhitectura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Avansis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business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lucru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confirmat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dup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ionalit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efectuate</a:t>
            </a: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 2" panose="05020102010507070707" pitchFamily="18" charset="2"/>
              <a:buChar char="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endParaRPr lang="ro-R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Modalit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evaluare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au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constat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analizarea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taskurilor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echip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analiz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ă, precum 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sesiuni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code-review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mpreun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cu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colegii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departamentul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IT al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companiei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endParaRPr lang="ro-R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7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742" y="2668380"/>
            <a:ext cx="9404723" cy="1402459"/>
          </a:xfrm>
        </p:spPr>
        <p:txBody>
          <a:bodyPr/>
          <a:lstStyle/>
          <a:p>
            <a:pPr algn="ctr"/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mul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umesc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ro-R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71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200</TotalTime>
  <Words>1004</Words>
  <Application>Microsoft Office PowerPoint</Application>
  <PresentationFormat>Widescreen</PresentationFormat>
  <Paragraphs>125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 2</vt:lpstr>
      <vt:lpstr>Wingdings 3</vt:lpstr>
      <vt:lpstr>Ion</vt:lpstr>
      <vt:lpstr>Practică</vt:lpstr>
      <vt:lpstr>Expert data</vt:lpstr>
      <vt:lpstr>Despre practică</vt:lpstr>
      <vt:lpstr>Despre practică</vt:lpstr>
      <vt:lpstr>Despre practică</vt:lpstr>
      <vt:lpstr>Concluzii</vt:lpstr>
      <vt:lpstr>Vă mulțumesc!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</dc:creator>
  <cp:lastModifiedBy>Maria</cp:lastModifiedBy>
  <cp:revision>23</cp:revision>
  <dcterms:created xsi:type="dcterms:W3CDTF">2021-08-31T16:00:07Z</dcterms:created>
  <dcterms:modified xsi:type="dcterms:W3CDTF">2021-08-31T19:20:43Z</dcterms:modified>
</cp:coreProperties>
</file>