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865" autoAdjust="0"/>
  </p:normalViewPr>
  <p:slideViewPr>
    <p:cSldViewPr snapToGrid="0">
      <p:cViewPr varScale="1">
        <p:scale>
          <a:sx n="95" d="100"/>
          <a:sy n="95" d="100"/>
        </p:scale>
        <p:origin x="1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0077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2131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71788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0407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48276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12836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47675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3224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96372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73146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65604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79486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18014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94297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28301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90697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942163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5847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799F1C3-F249-42C7-89E8-6427BE7A6AFF}" type="datetimeFigureOut">
              <a:rPr lang="ro-RO" smtClean="0"/>
              <a:t>31.08.2021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88DB2-2623-48FE-926C-F1698D90ADEE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554649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dirty="0" smtClean="0"/>
              <a:t>Practică</a:t>
            </a:r>
            <a:endParaRPr lang="ro-R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o-RO" dirty="0" smtClean="0"/>
              <a:t>Student</a:t>
            </a:r>
            <a:r>
              <a:rPr lang="en-GB" dirty="0" smtClean="0"/>
              <a:t>: </a:t>
            </a:r>
            <a:r>
              <a:rPr lang="ro-RO" dirty="0" smtClean="0"/>
              <a:t>Neferu ana-maria</a:t>
            </a:r>
            <a:endParaRPr lang="en-GB" dirty="0" smtClean="0"/>
          </a:p>
          <a:p>
            <a:r>
              <a:rPr lang="en-GB" dirty="0" err="1" smtClean="0"/>
              <a:t>Programul</a:t>
            </a:r>
            <a:r>
              <a:rPr lang="en-GB" dirty="0" smtClean="0"/>
              <a:t> de master: </a:t>
            </a:r>
            <a:r>
              <a:rPr lang="en-GB" dirty="0" err="1" smtClean="0"/>
              <a:t>Baze</a:t>
            </a:r>
            <a:r>
              <a:rPr lang="en-GB" dirty="0" smtClean="0"/>
              <a:t> de date </a:t>
            </a:r>
            <a:r>
              <a:rPr lang="ro-RO" dirty="0" smtClean="0"/>
              <a:t>și tehnologii software</a:t>
            </a:r>
            <a:endParaRPr lang="en-GB" dirty="0" smtClean="0"/>
          </a:p>
          <a:p>
            <a:r>
              <a:rPr lang="en-GB" dirty="0" err="1" smtClean="0"/>
              <a:t>Grupa</a:t>
            </a:r>
            <a:r>
              <a:rPr lang="en-GB" dirty="0" smtClean="0"/>
              <a:t>  :</a:t>
            </a:r>
            <a:r>
              <a:rPr lang="ro-RO" dirty="0" smtClean="0"/>
              <a:t> 405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22433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Expert data</a:t>
            </a:r>
            <a:endParaRPr lang="ro-RO" dirty="0"/>
          </a:p>
        </p:txBody>
      </p:sp>
      <p:sp>
        <p:nvSpPr>
          <p:cNvPr id="4" name="TextBox 3"/>
          <p:cNvSpPr txBox="1"/>
          <p:nvPr/>
        </p:nvSpPr>
        <p:spPr>
          <a:xfrm>
            <a:off x="1238595" y="2693324"/>
            <a:ext cx="98173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Expert Data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este unul dintre cei mai reprezentativi producatori de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aplicații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software pentru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administrația publică locală,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cu peste 600 de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implementări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o-RO" b="1" dirty="0">
                <a:latin typeface="Arial" panose="020B0604020202020204" pitchFamily="34" charset="0"/>
                <a:cs typeface="Arial" panose="020B0604020202020204" pitchFamily="34" charset="0"/>
              </a:rPr>
              <a:t>400 de </a:t>
            </a:r>
            <a:r>
              <a:rPr lang="ro-RO" b="1" dirty="0" smtClean="0">
                <a:latin typeface="Arial" panose="020B0604020202020204" pitchFamily="34" charset="0"/>
                <a:cs typeface="Arial" panose="020B0604020202020204" pitchFamily="34" charset="0"/>
              </a:rPr>
              <a:t>instituții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 de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mărime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medie-mare, </a:t>
            </a:r>
            <a:r>
              <a:rPr lang="ro-RO" b="1" dirty="0">
                <a:latin typeface="Arial" panose="020B0604020202020204" pitchFamily="34" charset="0"/>
                <a:cs typeface="Arial" panose="020B0604020202020204" pitchFamily="34" charset="0"/>
              </a:rPr>
              <a:t>4000 de utilizatori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 ș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singurul furnizor de servicii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și soluții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integrate. Sistemul integrat Avansis dezvoltat de Integrisoft este utilizat î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peste</a:t>
            </a:r>
            <a:r>
              <a:rPr lang="ro-RO" b="1" dirty="0">
                <a:latin typeface="Arial" panose="020B0604020202020204" pitchFamily="34" charset="0"/>
                <a:cs typeface="Arial" panose="020B0604020202020204" pitchFamily="34" charset="0"/>
              </a:rPr>
              <a:t> 40% din </a:t>
            </a:r>
            <a:r>
              <a:rPr lang="ro-RO" b="1" dirty="0" smtClean="0">
                <a:latin typeface="Arial" panose="020B0604020202020204" pitchFamily="34" charset="0"/>
                <a:cs typeface="Arial" panose="020B0604020202020204" pitchFamily="34" charset="0"/>
              </a:rPr>
              <a:t>orașe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și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peste </a:t>
            </a:r>
            <a:r>
              <a:rPr lang="ro-RO" b="1" dirty="0">
                <a:latin typeface="Arial" panose="020B0604020202020204" pitchFamily="34" charset="0"/>
                <a:cs typeface="Arial" panose="020B0604020202020204" pitchFamily="34" charset="0"/>
              </a:rPr>
              <a:t>30% din </a:t>
            </a:r>
            <a:r>
              <a:rPr lang="ro-RO" b="1" dirty="0" smtClean="0">
                <a:latin typeface="Arial" panose="020B0604020202020204" pitchFamily="34" charset="0"/>
                <a:cs typeface="Arial" panose="020B0604020202020204" pitchFamily="34" charset="0"/>
              </a:rPr>
              <a:t>orașele </a:t>
            </a:r>
            <a:r>
              <a:rPr lang="ro-RO" b="1" dirty="0">
                <a:latin typeface="Arial" panose="020B0604020202020204" pitchFamily="34" charset="0"/>
                <a:cs typeface="Arial" panose="020B0604020202020204" pitchFamily="34" charset="0"/>
              </a:rPr>
              <a:t>municipii </a:t>
            </a:r>
            <a:r>
              <a:rPr lang="ro-RO" b="1" dirty="0" smtClean="0">
                <a:latin typeface="Arial" panose="020B0604020202020204" pitchFamily="34" charset="0"/>
                <a:cs typeface="Arial" panose="020B0604020202020204" pitchFamily="34" charset="0"/>
              </a:rPr>
              <a:t>reședințe </a:t>
            </a:r>
            <a:r>
              <a:rPr lang="ro-RO" b="1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ro-RO" b="1" dirty="0" smtClean="0">
                <a:latin typeface="Arial" panose="020B0604020202020204" pitchFamily="34" charset="0"/>
                <a:cs typeface="Arial" panose="020B0604020202020204" pitchFamily="34" charset="0"/>
              </a:rPr>
              <a:t>județ.</a:t>
            </a:r>
            <a:endParaRPr lang="en-GB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Ace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au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aplica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ii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precum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AvanTax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Taxe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err="1" smtClean="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Impozite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AvanCont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Contabilitate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AvanDoc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Documente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, etc.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, iar p</a:t>
            </a:r>
            <a:r>
              <a:rPr lang="ro-RO" b="1" dirty="0" smtClean="0">
                <a:latin typeface="Arial" panose="020B0604020202020204" pitchFamily="34" charset="0"/>
                <a:cs typeface="Arial" panose="020B0604020202020204" pitchFamily="34" charset="0"/>
              </a:rPr>
              <a:t>ortofoliul lor </a:t>
            </a:r>
            <a:r>
              <a:rPr lang="ro-RO" b="1" dirty="0">
                <a:latin typeface="Arial" panose="020B0604020202020204" pitchFamily="34" charset="0"/>
                <a:cs typeface="Arial" panose="020B0604020202020204" pitchFamily="34" charset="0"/>
              </a:rPr>
              <a:t>de servicii este gândit să acopere o gamă extinsă de nevoi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: implementare, procesare date, mentenanță &amp; suport, instruire, consultanță, facilitare achiziții etc.</a:t>
            </a:r>
          </a:p>
        </p:txBody>
      </p:sp>
    </p:spTree>
    <p:extLst>
      <p:ext uri="{BB962C8B-B14F-4D97-AF65-F5344CB8AC3E}">
        <p14:creationId xmlns:p14="http://schemas.microsoft.com/office/powerpoint/2010/main" val="3036638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Despre</a:t>
            </a:r>
            <a:r>
              <a:rPr lang="en-GB" dirty="0" smtClean="0"/>
              <a:t> </a:t>
            </a:r>
            <a:r>
              <a:rPr lang="en-GB" dirty="0" err="1" smtClean="0"/>
              <a:t>practic</a:t>
            </a:r>
            <a:r>
              <a:rPr lang="ro-RO" dirty="0" smtClean="0"/>
              <a:t>ă</a:t>
            </a:r>
            <a:endParaRPr lang="ro-RO" dirty="0"/>
          </a:p>
        </p:txBody>
      </p:sp>
      <p:sp>
        <p:nvSpPr>
          <p:cNvPr id="4" name="TextBox 3"/>
          <p:cNvSpPr txBox="1"/>
          <p:nvPr/>
        </p:nvSpPr>
        <p:spPr>
          <a:xfrm>
            <a:off x="863899" y="2128058"/>
            <a:ext cx="101421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Prima zi a constat în primirea ghidului și documentației. În cea de-a doua zi am avut un set de exerciții de SQL pentru a mă familiariza cu o parte din bazele de date cu care urma să lucrez, dar și cu modul de lucru și bunele practici ale departamentului. Cea de-a treia zi a început cu o scurtă analiză tehnică și câteva exerciții de nivel începător ce combinau front-end-ul (html, css, javascript, bootstrap) cu backend-ul (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C#, SQL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). Pe parcurs, aceste exerciții erau evaluate, după care primeam un feedback și le îmbunătățeam împreună cu câte un coleg.</a:t>
            </a:r>
            <a:endParaRPr lang="ro-R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74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Despre</a:t>
            </a:r>
            <a:r>
              <a:rPr lang="en-GB" dirty="0" smtClean="0"/>
              <a:t> </a:t>
            </a:r>
            <a:r>
              <a:rPr lang="en-GB" dirty="0" err="1" smtClean="0"/>
              <a:t>practic</a:t>
            </a:r>
            <a:r>
              <a:rPr lang="ro-RO" dirty="0" smtClean="0"/>
              <a:t>ă</a:t>
            </a:r>
            <a:endParaRPr lang="ro-RO" dirty="0"/>
          </a:p>
        </p:txBody>
      </p:sp>
      <p:sp>
        <p:nvSpPr>
          <p:cNvPr id="4" name="TextBox 3"/>
          <p:cNvSpPr txBox="1"/>
          <p:nvPr/>
        </p:nvSpPr>
        <p:spPr>
          <a:xfrm>
            <a:off x="980277" y="1238595"/>
            <a:ext cx="103167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	</a:t>
            </a:r>
            <a:r>
              <a:rPr lang="ro-RO" dirty="0" smtClean="0"/>
              <a:t>În următoarele zile am primit task-uri legate de mutarea unor ecrane, modificarea procedurilor apelate de către rapoarte (.rdl), modelarea datelor cu ajutorul sql-ului pentru a le afișa în modul dorit în rapoarte, rezolvarea bug-urilor (ex. lipseau anumiți parametri de care depindea afișarea unor rapoarte, parametri care erau trimiși ca string în loc de int, view-uri din sql aduceau date parțiale, etc.), validări de câmpuri ce conțin CNP-uri, dată, evidențierea anumitor linii afișate în ecrane, mesaje de atenționare (un câmp obligatoriu lăsat necompletat, condiții în care să nu poți face anumite acțiuni – ex. un act care nu poate fi emis dacă taxele nu au fost plătite de către contribuabil), etc.</a:t>
            </a:r>
          </a:p>
        </p:txBody>
      </p:sp>
    </p:spTree>
    <p:extLst>
      <p:ext uri="{BB962C8B-B14F-4D97-AF65-F5344CB8AC3E}">
        <p14:creationId xmlns:p14="http://schemas.microsoft.com/office/powerpoint/2010/main" val="269409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Concluzii</a:t>
            </a:r>
            <a:endParaRPr lang="ro-RO" dirty="0"/>
          </a:p>
        </p:txBody>
      </p:sp>
      <p:sp>
        <p:nvSpPr>
          <p:cNvPr id="4" name="TextBox 3"/>
          <p:cNvSpPr txBox="1"/>
          <p:nvPr/>
        </p:nvSpPr>
        <p:spPr>
          <a:xfrm>
            <a:off x="1147156" y="1362169"/>
            <a:ext cx="992299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urma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acest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ei perioade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practic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 am dobândit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i consolidat competențe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i abilități precum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  <a:sym typeface="Wingdings 2" panose="05020102010507070707" pitchFamily="18" charset="2"/>
              </a:rPr>
              <a:t> 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  <a:sym typeface="Wingdings 2" panose="05020102010507070707" pitchFamily="18" charset="2"/>
              </a:rPr>
              <a:t>c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apacitatea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de a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rezolva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taskuri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complexitate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mic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err="1" smtClean="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medie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atestat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construirea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ecranelor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cu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ionalit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afi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, salvare, editare, ștergere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datelor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, c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utare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filtrare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 dar și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completare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automat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err="1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validare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unor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â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mpuri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 2" panose="05020102010507070707" pitchFamily="18" charset="2"/>
              </a:rPr>
              <a:t>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  <a:sym typeface="Wingdings 2" panose="05020102010507070707" pitchFamily="18" charset="2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  <a:sym typeface="Wingdings 2" panose="05020102010507070707" pitchFamily="18" charset="2"/>
              </a:rPr>
              <a:t>a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plicarea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cuno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tin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elor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teoretice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rezolvarea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unor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probleme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concrete,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competen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atestat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rezolvarea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bugurilor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err="1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realizarea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rapoarte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care s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aduc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din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baz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ele de date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iile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modelate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modul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cerut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 2" panose="05020102010507070707" pitchFamily="18" charset="2"/>
              <a:buChar char=""/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  <a:sym typeface="Wingdings 2" panose="05020102010507070707" pitchFamily="18" charset="2"/>
              </a:rPr>
              <a:t>c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apacitatea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de a 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elege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modul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n care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organizat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err="1" smtClean="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modul în care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ioneaz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arhitectura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Avansis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err="1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business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ul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lucru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confirmat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dup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testarea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ionalit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ro-RO" dirty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ilor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efectuate</a:t>
            </a:r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 2" panose="05020102010507070707" pitchFamily="18" charset="2"/>
              <a:buChar char="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endParaRPr lang="ro-R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Modalit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ăț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ile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evaluare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au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constat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analizarea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dirty="0" err="1" smtClean="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testarea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taskurilor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de c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tre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echip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analiz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ă, precum ș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sesiuni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de code-review 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mpreun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cu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colegii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din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departamentul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IT al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companiei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endParaRPr lang="ro-R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47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6742" y="2668380"/>
            <a:ext cx="9404723" cy="1402459"/>
          </a:xfrm>
        </p:spPr>
        <p:txBody>
          <a:bodyPr/>
          <a:lstStyle/>
          <a:p>
            <a:pPr algn="ctr"/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mul</a:t>
            </a:r>
            <a:r>
              <a:rPr lang="ro-RO" dirty="0" smtClean="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umesc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ro-R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71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217</TotalTime>
  <Words>616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Wingdings 2</vt:lpstr>
      <vt:lpstr>Wingdings 3</vt:lpstr>
      <vt:lpstr>Ion</vt:lpstr>
      <vt:lpstr>Practică</vt:lpstr>
      <vt:lpstr>Expert data</vt:lpstr>
      <vt:lpstr>Despre practică</vt:lpstr>
      <vt:lpstr>Despre practică</vt:lpstr>
      <vt:lpstr>Concluzii</vt:lpstr>
      <vt:lpstr>Vă mulțumesc!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</dc:creator>
  <cp:lastModifiedBy>Maria</cp:lastModifiedBy>
  <cp:revision>27</cp:revision>
  <dcterms:created xsi:type="dcterms:W3CDTF">2021-08-31T16:00:07Z</dcterms:created>
  <dcterms:modified xsi:type="dcterms:W3CDTF">2021-08-31T20:40:32Z</dcterms:modified>
</cp:coreProperties>
</file>