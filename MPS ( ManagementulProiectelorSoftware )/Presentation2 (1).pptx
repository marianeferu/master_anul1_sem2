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622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54FC-3CF7-4ABC-A2EC-4B957B18D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629E9-E39E-47F7-8BA1-887F5AEE2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C5608-24A5-4BE5-BDF0-E5A0074C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8E713-ED85-45D6-8512-910C7136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A7ADB-D3AD-4204-917F-608AA198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2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E62B-C54C-4A14-874B-6EC639731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C3296-010E-41A0-94E0-455AF292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EC9DF-A387-41E1-80D4-6AF6CD44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3C9BD-E11E-4831-BD9B-6F0335C1B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E5D7F-AF57-4B8A-9107-B876676F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60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4CA20-3B3D-4ED9-9A78-BC8CC274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A2F23-75B2-4631-84FF-3B8CE8E46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BAE72-5DD4-4292-9C9F-3C2104AE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F78DF-4B5D-46F7-A464-2B108C56C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D7967-7DF9-4D89-AE55-219EC73B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2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09C15-2178-4698-B76C-8D2664F5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140F5-1D3F-4476-AB3E-9C85C2087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0E1AC-3B0E-45A9-A05E-D2FFEFF09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C4096-CC26-453F-A708-A4DCA5EB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F9374-1932-440D-A4A1-859C8DC8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D0DB7-F3C3-4BD2-AE50-B2338099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1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6448-6900-4AA6-AD33-C6382D40A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A2C6B-C464-4E26-A890-A45B0BA40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55889-1BCA-4175-8B6A-43DCDC687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1E1A3-CB76-4ED8-A888-349C4C914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152F53-6F98-44EC-B1BF-FC5F29D51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F5EB6-DE7C-413E-944B-0EBA9BBBC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4818E2-84B1-47C6-85B1-D29F87EA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DF79F4-293E-432D-8461-5E0BACC1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01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D887B-0FE9-478B-A26A-F57D80F8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606D42-4AF7-4CC3-916B-09BD049AB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163A5-2399-4E76-8F44-EEFAB01A4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C4519-C8FA-42D8-AA82-002A838B6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4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447DC3-DFDF-4FD4-BBB2-FB54C286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9CDB8-F10A-4DB1-8808-F6D7FA02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56A95-5D40-43D6-85DE-B53D7C81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6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D02F5-67AF-4B08-B3A4-DC6E7650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26C57-F4FD-43FD-B280-41B290F61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8480A-5F90-47A2-B0EF-EE852633F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0A75C-A6D2-4529-AE4E-EF875719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2C10B-50C2-450C-BCB1-E834F114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A7A2B-A84A-4F16-B7F0-E589A978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3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26CA-EF04-4E08-9BF0-B1CC8EC0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BFADC-95EC-41B6-9827-487D2D05B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0E60B-B60C-42C9-A3D2-7FB92F462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156A2-76A3-4C33-9BC6-D3BB89E6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2D50F-1FB9-49FE-8DF9-DE5697DC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FF8F8-5644-46C4-8FE1-88B83293F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17BB-B9BB-47E5-9038-02B87C296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51AB0-5CFD-4127-8190-C1D3A859C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8D0D8-C1BE-4974-8354-A5A23B64D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F0BC3-D52F-4B11-8529-3A7F86D5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020CB-F6D5-4778-96C7-AD54FC8E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9D3FA8-312B-481B-80C1-0367E2A5A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9F1D9-B75F-4CE9-BED5-B5F4BC9EE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E5028-00DF-48E5-B203-E0FED0DC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ADD6F-B0F7-4540-B007-DFE78F4F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66858-2434-495E-926A-22F65BBE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4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699D2-35F2-4596-ACF3-91D2916C9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B8B84-09F3-4596-A9C3-79DB92461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84FA6-F61A-4DB6-9FF6-763D634EF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E3C76-C3E1-4C2E-B30E-806748255E8C}" type="datetimeFigureOut">
              <a:rPr lang="en-US" smtClean="0"/>
              <a:t>23-May-21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6A0F0-BBF5-42DD-B845-303A40D92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BD02A-B9D1-4DC1-A24C-3F979CC2F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6C314-7162-4768-A387-F38F99DAE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8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3362-D967-44EE-9E3E-A9BA396E2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752" y="2506343"/>
            <a:ext cx="5618724" cy="1845311"/>
          </a:xfrm>
        </p:spPr>
        <p:txBody>
          <a:bodyPr anchor="ctr">
            <a:normAutofit/>
          </a:bodyPr>
          <a:lstStyle/>
          <a:p>
            <a:r>
              <a:rPr lang="en-US" sz="3200" dirty="0">
                <a:latin typeface="+mj-lt"/>
              </a:rPr>
              <a:t>THOR</a:t>
            </a:r>
          </a:p>
          <a:p>
            <a:r>
              <a:rPr lang="en-US" sz="3200" dirty="0" err="1">
                <a:latin typeface="+mj-lt"/>
              </a:rPr>
              <a:t>Problema</a:t>
            </a:r>
            <a:r>
              <a:rPr lang="en-US" sz="3200" dirty="0">
                <a:latin typeface="+mj-lt"/>
              </a:rPr>
              <a:t> Ta e </a:t>
            </a:r>
            <a:r>
              <a:rPr lang="en-US" sz="3200" dirty="0" err="1">
                <a:latin typeface="+mj-lt"/>
              </a:rPr>
              <a:t>Problema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Noastra</a:t>
            </a:r>
            <a:endParaRPr lang="en-US" sz="3200" dirty="0">
              <a:latin typeface="+mj-lt"/>
            </a:endParaRP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81D07BD-F8E7-40B5-913A-2AFD2A10A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253" y="1606534"/>
            <a:ext cx="4942280" cy="3644931"/>
          </a:xfrm>
          <a:prstGeom prst="rect">
            <a:avLst/>
          </a:prstGeom>
        </p:spPr>
      </p:pic>
      <p:sp>
        <p:nvSpPr>
          <p:cNvPr id="4" name="AutoShape 2" descr="pure black no background">
            <a:extLst>
              <a:ext uri="{FF2B5EF4-FFF2-40B4-BE49-F238E27FC236}">
                <a16:creationId xmlns:a16="http://schemas.microsoft.com/office/drawing/2014/main" id="{5FD3539B-D7BD-444B-AC5C-EBCC516E73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78677" y="155313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5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89ECBDA-51E6-4484-8F25-E777102F7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A2AEA56-4902-4CC1-A43B-1AC27C88C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6749" y="720952"/>
            <a:ext cx="6959544" cy="5545704"/>
          </a:xfrm>
          <a:custGeom>
            <a:avLst/>
            <a:gdLst>
              <a:gd name="connsiteX0" fmla="*/ 839883 w 5283866"/>
              <a:gd name="connsiteY0" fmla="*/ 18 h 4210442"/>
              <a:gd name="connsiteX1" fmla="*/ 875727 w 5283866"/>
              <a:gd name="connsiteY1" fmla="*/ 6050 h 4210442"/>
              <a:gd name="connsiteX2" fmla="*/ 1624617 w 5283866"/>
              <a:gd name="connsiteY2" fmla="*/ 99799 h 4210442"/>
              <a:gd name="connsiteX3" fmla="*/ 2328012 w 5283866"/>
              <a:gd name="connsiteY3" fmla="*/ 148051 h 4210442"/>
              <a:gd name="connsiteX4" fmla="*/ 3177820 w 5283866"/>
              <a:gd name="connsiteY4" fmla="*/ 228566 h 4210442"/>
              <a:gd name="connsiteX5" fmla="*/ 3770646 w 5283866"/>
              <a:gd name="connsiteY5" fmla="*/ 252831 h 4210442"/>
              <a:gd name="connsiteX6" fmla="*/ 3800149 w 5283866"/>
              <a:gd name="connsiteY6" fmla="*/ 251727 h 4210442"/>
              <a:gd name="connsiteX7" fmla="*/ 4102076 w 5283866"/>
              <a:gd name="connsiteY7" fmla="*/ 288400 h 4210442"/>
              <a:gd name="connsiteX8" fmla="*/ 3904377 w 5283866"/>
              <a:gd name="connsiteY8" fmla="*/ 446120 h 4210442"/>
              <a:gd name="connsiteX9" fmla="*/ 4188933 w 5283866"/>
              <a:gd name="connsiteY9" fmla="*/ 520843 h 4210442"/>
              <a:gd name="connsiteX10" fmla="*/ 4465492 w 5283866"/>
              <a:gd name="connsiteY10" fmla="*/ 626449 h 4210442"/>
              <a:gd name="connsiteX11" fmla="*/ 4517606 w 5283866"/>
              <a:gd name="connsiteY11" fmla="*/ 670015 h 4210442"/>
              <a:gd name="connsiteX12" fmla="*/ 4948576 w 5283866"/>
              <a:gd name="connsiteY12" fmla="*/ 954847 h 4210442"/>
              <a:gd name="connsiteX13" fmla="*/ 4866132 w 5283866"/>
              <a:gd name="connsiteY13" fmla="*/ 1015233 h 4210442"/>
              <a:gd name="connsiteX14" fmla="*/ 5019164 w 5283866"/>
              <a:gd name="connsiteY14" fmla="*/ 1087474 h 4210442"/>
              <a:gd name="connsiteX15" fmla="*/ 5053630 w 5283866"/>
              <a:gd name="connsiteY15" fmla="*/ 1117806 h 4210442"/>
              <a:gd name="connsiteX16" fmla="*/ 5024404 w 5283866"/>
              <a:gd name="connsiteY16" fmla="*/ 1154202 h 4210442"/>
              <a:gd name="connsiteX17" fmla="*/ 4960984 w 5283866"/>
              <a:gd name="connsiteY17" fmla="*/ 1179569 h 4210442"/>
              <a:gd name="connsiteX18" fmla="*/ 4876887 w 5283866"/>
              <a:gd name="connsiteY18" fmla="*/ 1243814 h 4210442"/>
              <a:gd name="connsiteX19" fmla="*/ 4880195 w 5283866"/>
              <a:gd name="connsiteY19" fmla="*/ 1293998 h 4210442"/>
              <a:gd name="connsiteX20" fmla="*/ 4930104 w 5283866"/>
              <a:gd name="connsiteY20" fmla="*/ 1384991 h 4210442"/>
              <a:gd name="connsiteX21" fmla="*/ 4855103 w 5283866"/>
              <a:gd name="connsiteY21" fmla="*/ 1480119 h 4210442"/>
              <a:gd name="connsiteX22" fmla="*/ 4816500 w 5283866"/>
              <a:gd name="connsiteY22" fmla="*/ 1508242 h 4210442"/>
              <a:gd name="connsiteX23" fmla="*/ 4890949 w 5283866"/>
              <a:gd name="connsiteY23" fmla="*/ 1517893 h 4210442"/>
              <a:gd name="connsiteX24" fmla="*/ 4916868 w 5283866"/>
              <a:gd name="connsiteY24" fmla="*/ 1557599 h 4210442"/>
              <a:gd name="connsiteX25" fmla="*/ 4928448 w 5283866"/>
              <a:gd name="connsiteY25" fmla="*/ 1577453 h 4210442"/>
              <a:gd name="connsiteX26" fmla="*/ 4998760 w 5283866"/>
              <a:gd name="connsiteY26" fmla="*/ 1701809 h 4210442"/>
              <a:gd name="connsiteX27" fmla="*/ 4986903 w 5283866"/>
              <a:gd name="connsiteY27" fmla="*/ 1736550 h 4210442"/>
              <a:gd name="connsiteX28" fmla="*/ 4869716 w 5283866"/>
              <a:gd name="connsiteY28" fmla="*/ 1904472 h 4210442"/>
              <a:gd name="connsiteX29" fmla="*/ 4994348 w 5283866"/>
              <a:gd name="connsiteY29" fmla="*/ 1951346 h 4210442"/>
              <a:gd name="connsiteX30" fmla="*/ 5001792 w 5283866"/>
              <a:gd name="connsiteY30" fmla="*/ 2030756 h 4210442"/>
              <a:gd name="connsiteX31" fmla="*/ 5065212 w 5283866"/>
              <a:gd name="connsiteY31" fmla="*/ 2119543 h 4210442"/>
              <a:gd name="connsiteX32" fmla="*/ 5204732 w 5283866"/>
              <a:gd name="connsiteY32" fmla="*/ 2244450 h 4210442"/>
              <a:gd name="connsiteX33" fmla="*/ 5283866 w 5283866"/>
              <a:gd name="connsiteY33" fmla="*/ 2328272 h 4210442"/>
              <a:gd name="connsiteX34" fmla="*/ 5147380 w 5283866"/>
              <a:gd name="connsiteY34" fmla="*/ 2350606 h 4210442"/>
              <a:gd name="connsiteX35" fmla="*/ 5126148 w 5283866"/>
              <a:gd name="connsiteY35" fmla="*/ 2363566 h 4210442"/>
              <a:gd name="connsiteX36" fmla="*/ 5142417 w 5283866"/>
              <a:gd name="connsiteY36" fmla="*/ 2407682 h 4210442"/>
              <a:gd name="connsiteX37" fmla="*/ 5164200 w 5283866"/>
              <a:gd name="connsiteY37" fmla="*/ 2451526 h 4210442"/>
              <a:gd name="connsiteX38" fmla="*/ 5149034 w 5283866"/>
              <a:gd name="connsiteY38" fmla="*/ 2485992 h 4210442"/>
              <a:gd name="connsiteX39" fmla="*/ 5042601 w 5283866"/>
              <a:gd name="connsiteY39" fmla="*/ 2635164 h 4210442"/>
              <a:gd name="connsiteX40" fmla="*/ 4955194 w 5283866"/>
              <a:gd name="connsiteY40" fmla="*/ 2694445 h 4210442"/>
              <a:gd name="connsiteX41" fmla="*/ 4756116 w 5283866"/>
              <a:gd name="connsiteY41" fmla="*/ 2963836 h 4210442"/>
              <a:gd name="connsiteX42" fmla="*/ 4693523 w 5283866"/>
              <a:gd name="connsiteY42" fmla="*/ 3051244 h 4210442"/>
              <a:gd name="connsiteX43" fmla="*/ 4739848 w 5283866"/>
              <a:gd name="connsiteY43" fmla="*/ 3082125 h 4210442"/>
              <a:gd name="connsiteX44" fmla="*/ 4651060 w 5283866"/>
              <a:gd name="connsiteY44" fmla="*/ 3173670 h 4210442"/>
              <a:gd name="connsiteX45" fmla="*/ 4546556 w 5283866"/>
              <a:gd name="connsiteY45" fmla="*/ 3275413 h 4210442"/>
              <a:gd name="connsiteX46" fmla="*/ 4519261 w 5283866"/>
              <a:gd name="connsiteY46" fmla="*/ 3302437 h 4210442"/>
              <a:gd name="connsiteX47" fmla="*/ 2364961 w 5283866"/>
              <a:gd name="connsiteY47" fmla="*/ 4209597 h 4210442"/>
              <a:gd name="connsiteX48" fmla="*/ 1796951 w 5283866"/>
              <a:gd name="connsiteY48" fmla="*/ 4075867 h 4210442"/>
              <a:gd name="connsiteX49" fmla="*/ 1572227 w 5283866"/>
              <a:gd name="connsiteY49" fmla="*/ 3971917 h 4210442"/>
              <a:gd name="connsiteX50" fmla="*/ 1284364 w 5283866"/>
              <a:gd name="connsiteY50" fmla="*/ 3805097 h 4210442"/>
              <a:gd name="connsiteX51" fmla="*/ 976645 w 5283866"/>
              <a:gd name="connsiteY51" fmla="*/ 3670815 h 4210442"/>
              <a:gd name="connsiteX52" fmla="*/ 871866 w 5283866"/>
              <a:gd name="connsiteY52" fmla="*/ 3547839 h 4210442"/>
              <a:gd name="connsiteX53" fmla="*/ 835195 w 5283866"/>
              <a:gd name="connsiteY53" fmla="*/ 3513373 h 4210442"/>
              <a:gd name="connsiteX54" fmla="*/ 743375 w 5283866"/>
              <a:gd name="connsiteY54" fmla="*/ 3468427 h 4210442"/>
              <a:gd name="connsiteX55" fmla="*/ 583175 w 5283866"/>
              <a:gd name="connsiteY55" fmla="*/ 3371370 h 4210442"/>
              <a:gd name="connsiteX56" fmla="*/ 641906 w 5283866"/>
              <a:gd name="connsiteY56" fmla="*/ 3349311 h 4210442"/>
              <a:gd name="connsiteX57" fmla="*/ 810930 w 5283866"/>
              <a:gd name="connsiteY57" fmla="*/ 3408042 h 4210442"/>
              <a:gd name="connsiteX58" fmla="*/ 933908 w 5283866"/>
              <a:gd name="connsiteY58" fmla="*/ 3423758 h 4210442"/>
              <a:gd name="connsiteX59" fmla="*/ 760747 w 5283866"/>
              <a:gd name="connsiteY59" fmla="*/ 3321187 h 4210442"/>
              <a:gd name="connsiteX60" fmla="*/ 593101 w 5283866"/>
              <a:gd name="connsiteY60" fmla="*/ 3187731 h 4210442"/>
              <a:gd name="connsiteX61" fmla="*/ 722419 w 5283866"/>
              <a:gd name="connsiteY61" fmla="*/ 3213374 h 4210442"/>
              <a:gd name="connsiteX62" fmla="*/ 727934 w 5283866"/>
              <a:gd name="connsiteY62" fmla="*/ 3195451 h 4210442"/>
              <a:gd name="connsiteX63" fmla="*/ 615987 w 5283866"/>
              <a:gd name="connsiteY63" fmla="*/ 3036630 h 4210442"/>
              <a:gd name="connsiteX64" fmla="*/ 560564 w 5283866"/>
              <a:gd name="connsiteY64" fmla="*/ 2972660 h 4210442"/>
              <a:gd name="connsiteX65" fmla="*/ 311302 w 5283866"/>
              <a:gd name="connsiteY65" fmla="*/ 2779924 h 4210442"/>
              <a:gd name="connsiteX66" fmla="*/ 547882 w 5283866"/>
              <a:gd name="connsiteY66" fmla="*/ 2865952 h 4210442"/>
              <a:gd name="connsiteX67" fmla="*/ 303582 w 5283866"/>
              <a:gd name="connsiteY67" fmla="*/ 2678453 h 4210442"/>
              <a:gd name="connsiteX68" fmla="*/ 185016 w 5283866"/>
              <a:gd name="connsiteY68" fmla="*/ 2609244 h 4210442"/>
              <a:gd name="connsiteX69" fmla="*/ 154963 w 5283866"/>
              <a:gd name="connsiteY69" fmla="*/ 2568435 h 4210442"/>
              <a:gd name="connsiteX70" fmla="*/ 207627 w 5283866"/>
              <a:gd name="connsiteY70" fmla="*/ 2559612 h 4210442"/>
              <a:gd name="connsiteX71" fmla="*/ 369207 w 5283866"/>
              <a:gd name="connsiteY71" fmla="*/ 2575330 h 4210442"/>
              <a:gd name="connsiteX72" fmla="*/ 169852 w 5283866"/>
              <a:gd name="connsiteY72" fmla="*/ 2449319 h 4210442"/>
              <a:gd name="connsiteX73" fmla="*/ 319299 w 5283866"/>
              <a:gd name="connsiteY73" fmla="*/ 2468619 h 4210442"/>
              <a:gd name="connsiteX74" fmla="*/ 362313 w 5283866"/>
              <a:gd name="connsiteY74" fmla="*/ 2418988 h 4210442"/>
              <a:gd name="connsiteX75" fmla="*/ 431798 w 5283866"/>
              <a:gd name="connsiteY75" fmla="*/ 2338750 h 4210442"/>
              <a:gd name="connsiteX76" fmla="*/ 479775 w 5283866"/>
              <a:gd name="connsiteY76" fmla="*/ 2294082 h 4210442"/>
              <a:gd name="connsiteX77" fmla="*/ 499903 w 5283866"/>
              <a:gd name="connsiteY77" fmla="*/ 2153458 h 4210442"/>
              <a:gd name="connsiteX78" fmla="*/ 458544 w 5283866"/>
              <a:gd name="connsiteY78" fmla="*/ 1999599 h 4210442"/>
              <a:gd name="connsiteX79" fmla="*/ 346596 w 5283866"/>
              <a:gd name="connsiteY79" fmla="*/ 1921843 h 4210442"/>
              <a:gd name="connsiteX80" fmla="*/ 378857 w 5283866"/>
              <a:gd name="connsiteY80" fmla="*/ 1834435 h 4210442"/>
              <a:gd name="connsiteX81" fmla="*/ 617091 w 5283866"/>
              <a:gd name="connsiteY81" fmla="*/ 1887376 h 4210442"/>
              <a:gd name="connsiteX82" fmla="*/ 260568 w 5283866"/>
              <a:gd name="connsiteY82" fmla="*/ 1679198 h 4210442"/>
              <a:gd name="connsiteX83" fmla="*/ 320402 w 5283866"/>
              <a:gd name="connsiteY83" fmla="*/ 1668720 h 4210442"/>
              <a:gd name="connsiteX84" fmla="*/ 317920 w 5283866"/>
              <a:gd name="connsiteY84" fmla="*/ 1652452 h 4210442"/>
              <a:gd name="connsiteX85" fmla="*/ 321779 w 5283866"/>
              <a:gd name="connsiteY85" fmla="*/ 1552359 h 4210442"/>
              <a:gd name="connsiteX86" fmla="*/ 331707 w 5283866"/>
              <a:gd name="connsiteY86" fmla="*/ 1506313 h 4210442"/>
              <a:gd name="connsiteX87" fmla="*/ 315990 w 5283866"/>
              <a:gd name="connsiteY87" fmla="*/ 1453371 h 4210442"/>
              <a:gd name="connsiteX88" fmla="*/ 583450 w 5283866"/>
              <a:gd name="connsiteY88" fmla="*/ 1474052 h 4210442"/>
              <a:gd name="connsiteX89" fmla="*/ 699809 w 5283866"/>
              <a:gd name="connsiteY89" fmla="*/ 1461919 h 4210442"/>
              <a:gd name="connsiteX90" fmla="*/ 902750 w 5283866"/>
              <a:gd name="connsiteY90" fmla="*/ 1458612 h 4210442"/>
              <a:gd name="connsiteX91" fmla="*/ 996774 w 5283866"/>
              <a:gd name="connsiteY91" fmla="*/ 1468814 h 4210442"/>
              <a:gd name="connsiteX92" fmla="*/ 1077012 w 5283866"/>
              <a:gd name="connsiteY92" fmla="*/ 1455578 h 4210442"/>
              <a:gd name="connsiteX93" fmla="*/ 1000083 w 5283866"/>
              <a:gd name="connsiteY93" fmla="*/ 1393262 h 4210442"/>
              <a:gd name="connsiteX94" fmla="*/ 891720 w 5283866"/>
              <a:gd name="connsiteY94" fmla="*/ 1394089 h 4210442"/>
              <a:gd name="connsiteX95" fmla="*/ 814515 w 5283866"/>
              <a:gd name="connsiteY95" fmla="*/ 1353557 h 4210442"/>
              <a:gd name="connsiteX96" fmla="*/ 740895 w 5283866"/>
              <a:gd name="connsiteY96" fmla="*/ 1280211 h 4210442"/>
              <a:gd name="connsiteX97" fmla="*/ 481154 w 5283866"/>
              <a:gd name="connsiteY97" fmla="*/ 1163301 h 4210442"/>
              <a:gd name="connsiteX98" fmla="*/ 433728 w 5283866"/>
              <a:gd name="connsiteY98" fmla="*/ 1118909 h 4210442"/>
              <a:gd name="connsiteX99" fmla="*/ 1176276 w 5283866"/>
              <a:gd name="connsiteY99" fmla="*/ 1288484 h 4210442"/>
              <a:gd name="connsiteX100" fmla="*/ 946867 w 5283866"/>
              <a:gd name="connsiteY100" fmla="*/ 1217344 h 4210442"/>
              <a:gd name="connsiteX101" fmla="*/ 1102104 w 5283866"/>
              <a:gd name="connsiteY101" fmla="*/ 1230304 h 4210442"/>
              <a:gd name="connsiteX102" fmla="*/ 1188133 w 5283866"/>
              <a:gd name="connsiteY102" fmla="*/ 1182603 h 4210442"/>
              <a:gd name="connsiteX103" fmla="*/ 1187030 w 5283866"/>
              <a:gd name="connsiteY103" fmla="*/ 1169092 h 4210442"/>
              <a:gd name="connsiteX104" fmla="*/ 1123887 w 5283866"/>
              <a:gd name="connsiteY104" fmla="*/ 1124698 h 4210442"/>
              <a:gd name="connsiteX105" fmla="*/ 1086938 w 5283866"/>
              <a:gd name="connsiteY105" fmla="*/ 1096023 h 4210442"/>
              <a:gd name="connsiteX106" fmla="*/ 985744 w 5283866"/>
              <a:gd name="connsiteY106" fmla="*/ 992622 h 4210442"/>
              <a:gd name="connsiteX107" fmla="*/ 1057987 w 5283866"/>
              <a:gd name="connsiteY107" fmla="*/ 981594 h 4210442"/>
              <a:gd name="connsiteX108" fmla="*/ 1084733 w 5283866"/>
              <a:gd name="connsiteY108" fmla="*/ 960086 h 4210442"/>
              <a:gd name="connsiteX109" fmla="*/ 1064605 w 5283866"/>
              <a:gd name="connsiteY109" fmla="*/ 929756 h 4210442"/>
              <a:gd name="connsiteX110" fmla="*/ 840985 w 5283866"/>
              <a:gd name="connsiteY110" fmla="*/ 836558 h 4210442"/>
              <a:gd name="connsiteX111" fmla="*/ 823615 w 5283866"/>
              <a:gd name="connsiteY111" fmla="*/ 764315 h 4210442"/>
              <a:gd name="connsiteX112" fmla="*/ 865526 w 5283866"/>
              <a:gd name="connsiteY112" fmla="*/ 753562 h 4210442"/>
              <a:gd name="connsiteX113" fmla="*/ 914331 w 5283866"/>
              <a:gd name="connsiteY113" fmla="*/ 758525 h 4210442"/>
              <a:gd name="connsiteX114" fmla="*/ 875452 w 5283866"/>
              <a:gd name="connsiteY114" fmla="*/ 701724 h 4210442"/>
              <a:gd name="connsiteX115" fmla="*/ 717181 w 5283866"/>
              <a:gd name="connsiteY115" fmla="*/ 644371 h 4210442"/>
              <a:gd name="connsiteX116" fmla="*/ 755783 w 5283866"/>
              <a:gd name="connsiteY116" fmla="*/ 591707 h 4210442"/>
              <a:gd name="connsiteX117" fmla="*/ 0 w 5283866"/>
              <a:gd name="connsiteY117" fmla="*/ 352370 h 4210442"/>
              <a:gd name="connsiteX118" fmla="*/ 135937 w 5283866"/>
              <a:gd name="connsiteY118" fmla="*/ 349889 h 4210442"/>
              <a:gd name="connsiteX119" fmla="*/ 421595 w 5283866"/>
              <a:gd name="connsiteY119" fmla="*/ 385458 h 4210442"/>
              <a:gd name="connsiteX120" fmla="*/ 564424 w 5283866"/>
              <a:gd name="connsiteY120" fmla="*/ 379393 h 4210442"/>
              <a:gd name="connsiteX121" fmla="*/ 698432 w 5283866"/>
              <a:gd name="connsiteY121" fmla="*/ 398694 h 4210442"/>
              <a:gd name="connsiteX122" fmla="*/ 815067 w 5283866"/>
              <a:gd name="connsiteY122" fmla="*/ 398694 h 4210442"/>
              <a:gd name="connsiteX123" fmla="*/ 705876 w 5283866"/>
              <a:gd name="connsiteY123" fmla="*/ 370568 h 4210442"/>
              <a:gd name="connsiteX124" fmla="*/ 775360 w 5283866"/>
              <a:gd name="connsiteY124" fmla="*/ 345477 h 4210442"/>
              <a:gd name="connsiteX125" fmla="*/ 787493 w 5283866"/>
              <a:gd name="connsiteY125" fmla="*/ 315146 h 4210442"/>
              <a:gd name="connsiteX126" fmla="*/ 819202 w 5283866"/>
              <a:gd name="connsiteY126" fmla="*/ 291709 h 4210442"/>
              <a:gd name="connsiteX127" fmla="*/ 998705 w 5283866"/>
              <a:gd name="connsiteY127" fmla="*/ 303291 h 4210442"/>
              <a:gd name="connsiteX128" fmla="*/ 880139 w 5283866"/>
              <a:gd name="connsiteY128" fmla="*/ 206783 h 4210442"/>
              <a:gd name="connsiteX129" fmla="*/ 804037 w 5283866"/>
              <a:gd name="connsiteY129" fmla="*/ 190790 h 4210442"/>
              <a:gd name="connsiteX130" fmla="*/ 786666 w 5283866"/>
              <a:gd name="connsiteY130" fmla="*/ 149707 h 4210442"/>
              <a:gd name="connsiteX131" fmla="*/ 821960 w 5283866"/>
              <a:gd name="connsiteY131" fmla="*/ 140884 h 4210442"/>
              <a:gd name="connsiteX132" fmla="*/ 997325 w 5283866"/>
              <a:gd name="connsiteY132" fmla="*/ 174800 h 4210442"/>
              <a:gd name="connsiteX133" fmla="*/ 1026829 w 5283866"/>
              <a:gd name="connsiteY133" fmla="*/ 161287 h 4210442"/>
              <a:gd name="connsiteX134" fmla="*/ 696777 w 5283866"/>
              <a:gd name="connsiteY134" fmla="*/ 73604 h 4210442"/>
              <a:gd name="connsiteX135" fmla="*/ 701741 w 5283866"/>
              <a:gd name="connsiteY135" fmla="*/ 50444 h 4210442"/>
              <a:gd name="connsiteX136" fmla="*/ 992362 w 5283866"/>
              <a:gd name="connsiteY136" fmla="*/ 86289 h 4210442"/>
              <a:gd name="connsiteX137" fmla="*/ 806519 w 5283866"/>
              <a:gd name="connsiteY137" fmla="*/ 18183 h 4210442"/>
              <a:gd name="connsiteX138" fmla="*/ 839883 w 5283866"/>
              <a:gd name="connsiteY138" fmla="*/ 18 h 4210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B4BF0-8132-4B22-8660-74BC6D36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014830"/>
            <a:ext cx="5720293" cy="706966"/>
          </a:xfrm>
        </p:spPr>
        <p:txBody>
          <a:bodyPr anchor="b">
            <a:normAutofit/>
          </a:bodyPr>
          <a:lstStyle/>
          <a:p>
            <a:r>
              <a:rPr lang="en-US" dirty="0"/>
              <a:t>Market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Problema</a:t>
            </a:r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B96D71AB-D814-4368-A7E9-FA567E478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38" y="1949439"/>
            <a:ext cx="4015954" cy="29617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7ACC-EFDF-44C2-95AE-C2DDA240C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49439"/>
            <a:ext cx="5720293" cy="4187609"/>
          </a:xfrm>
        </p:spPr>
        <p:txBody>
          <a:bodyPr>
            <a:normAutofit/>
          </a:bodyPr>
          <a:lstStyle/>
          <a:p>
            <a:r>
              <a:rPr lang="ro-RO" sz="2000" dirty="0"/>
              <a:t>Peste</a:t>
            </a:r>
            <a:r>
              <a:rPr lang="en-US" sz="2000" dirty="0"/>
              <a:t> 800.000 de </a:t>
            </a:r>
            <a:r>
              <a:rPr lang="en-US" sz="2000" dirty="0" err="1"/>
              <a:t>locuinte</a:t>
            </a:r>
            <a:r>
              <a:rPr lang="en-US" sz="2000" dirty="0"/>
              <a:t> in </a:t>
            </a:r>
            <a:r>
              <a:rPr lang="en-US" sz="2000" dirty="0" err="1"/>
              <a:t>Bucuresti</a:t>
            </a:r>
            <a:endParaRPr lang="en-US" sz="2000" dirty="0"/>
          </a:p>
          <a:p>
            <a:r>
              <a:rPr lang="en-US" sz="2000" dirty="0"/>
              <a:t>In contextual actual </a:t>
            </a:r>
            <a:r>
              <a:rPr lang="en-US" sz="2000" dirty="0" err="1"/>
              <a:t>toti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multi </a:t>
            </a:r>
            <a:r>
              <a:rPr lang="en-US" sz="2000" dirty="0" err="1"/>
              <a:t>lucreaza</a:t>
            </a:r>
            <a:r>
              <a:rPr lang="en-US" sz="2000" dirty="0"/>
              <a:t> de </a:t>
            </a:r>
            <a:r>
              <a:rPr lang="en-US" sz="2000" dirty="0" err="1"/>
              <a:t>acasa</a:t>
            </a:r>
            <a:r>
              <a:rPr lang="en-US" sz="2000" dirty="0"/>
              <a:t>, </a:t>
            </a:r>
            <a:r>
              <a:rPr lang="en-US" sz="2000" dirty="0" err="1"/>
              <a:t>asta</a:t>
            </a:r>
            <a:r>
              <a:rPr lang="en-US" sz="2000" dirty="0"/>
              <a:t> </a:t>
            </a:r>
            <a:r>
              <a:rPr lang="en-US" sz="2000" dirty="0" err="1"/>
              <a:t>inseamna</a:t>
            </a:r>
            <a:r>
              <a:rPr lang="en-US" sz="2000" dirty="0"/>
              <a:t>:</a:t>
            </a:r>
            <a:endParaRPr lang="en-US" sz="1600" dirty="0"/>
          </a:p>
          <a:p>
            <a:pPr lvl="1"/>
            <a:r>
              <a:rPr lang="ro-RO" sz="1600" dirty="0"/>
              <a:t>Folosirea</a:t>
            </a:r>
            <a:r>
              <a:rPr lang="en-US" sz="1600" dirty="0"/>
              <a:t> extensive a </a:t>
            </a:r>
            <a:r>
              <a:rPr lang="en-US" sz="1600" dirty="0" err="1"/>
              <a:t>utilitatilor</a:t>
            </a:r>
            <a:r>
              <a:rPr lang="en-US" sz="1600" dirty="0"/>
              <a:t> din casa</a:t>
            </a:r>
          </a:p>
          <a:p>
            <a:pPr lvl="1"/>
            <a:r>
              <a:rPr lang="en-US" sz="1600" dirty="0" err="1"/>
              <a:t>Accesul</a:t>
            </a:r>
            <a:r>
              <a:rPr lang="en-US" sz="1600" dirty="0"/>
              <a:t> la </a:t>
            </a:r>
            <a:r>
              <a:rPr lang="en-US" sz="1600" dirty="0" err="1"/>
              <a:t>servicii</a:t>
            </a:r>
            <a:r>
              <a:rPr lang="en-US" sz="1600" dirty="0"/>
              <a:t> </a:t>
            </a:r>
            <a:r>
              <a:rPr lang="en-US" sz="1600" dirty="0" err="1"/>
              <a:t>rapide</a:t>
            </a:r>
            <a:r>
              <a:rPr lang="en-US" sz="1600" dirty="0"/>
              <a:t> tot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cautat</a:t>
            </a:r>
            <a:endParaRPr lang="en-US" sz="1600" dirty="0"/>
          </a:p>
          <a:p>
            <a:pPr lvl="1"/>
            <a:r>
              <a:rPr lang="en-US" sz="1600" dirty="0"/>
              <a:t>Nu </a:t>
            </a:r>
            <a:r>
              <a:rPr lang="en-US" sz="1600" dirty="0" err="1"/>
              <a:t>toti</a:t>
            </a:r>
            <a:r>
              <a:rPr lang="en-US" sz="1600" dirty="0"/>
              <a:t> </a:t>
            </a:r>
            <a:r>
              <a:rPr lang="en-US" sz="1600" dirty="0" err="1"/>
              <a:t>mesterii</a:t>
            </a:r>
            <a:r>
              <a:rPr lang="en-US" sz="1600" dirty="0"/>
              <a:t> de pe internet sunt de </a:t>
            </a:r>
            <a:r>
              <a:rPr lang="en-US" sz="1600" dirty="0" err="1"/>
              <a:t>incredere</a:t>
            </a:r>
            <a:endParaRPr lang="en-US" sz="1600" dirty="0"/>
          </a:p>
          <a:p>
            <a:pPr lvl="1"/>
            <a:r>
              <a:rPr lang="en-US" sz="1600" dirty="0" err="1"/>
              <a:t>Probleme</a:t>
            </a:r>
            <a:r>
              <a:rPr lang="en-US" sz="1600" dirty="0"/>
              <a:t> din casa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greu</a:t>
            </a:r>
            <a:r>
              <a:rPr lang="en-US" sz="1600" dirty="0"/>
              <a:t> de </a:t>
            </a:r>
            <a:r>
              <a:rPr lang="en-US" sz="1600" dirty="0" err="1"/>
              <a:t>amanate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rezolvarea</a:t>
            </a:r>
            <a:r>
              <a:rPr lang="en-US" sz="1600" dirty="0"/>
              <a:t> lor </a:t>
            </a:r>
            <a:r>
              <a:rPr lang="en-US" sz="1600" dirty="0" err="1"/>
              <a:t>necesita</a:t>
            </a:r>
            <a:r>
              <a:rPr lang="en-US" sz="1600" dirty="0"/>
              <a:t> la </a:t>
            </a:r>
            <a:r>
              <a:rPr lang="en-US" sz="1600" dirty="0" err="1"/>
              <a:t>fel</a:t>
            </a:r>
            <a:r>
              <a:rPr lang="en-US" sz="1600" dirty="0"/>
              <a:t> de </a:t>
            </a:r>
            <a:r>
              <a:rPr lang="en-US" sz="1600" dirty="0" err="1"/>
              <a:t>mult</a:t>
            </a:r>
            <a:r>
              <a:rPr lang="en-US" sz="1600" dirty="0"/>
              <a:t> </a:t>
            </a:r>
            <a:r>
              <a:rPr lang="en-US" sz="1600" dirty="0" err="1"/>
              <a:t>timp</a:t>
            </a:r>
            <a:endParaRPr lang="ro-RO" sz="1600" dirty="0"/>
          </a:p>
        </p:txBody>
      </p:sp>
    </p:spTree>
    <p:extLst>
      <p:ext uri="{BB962C8B-B14F-4D97-AF65-F5344CB8AC3E}">
        <p14:creationId xmlns:p14="http://schemas.microsoft.com/office/powerpoint/2010/main" val="347780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A037F3-B5D1-4AD1-835C-09CA2892B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156" y="365125"/>
            <a:ext cx="5827643" cy="1433433"/>
          </a:xfrm>
        </p:spPr>
        <p:txBody>
          <a:bodyPr anchor="b">
            <a:normAutofit/>
          </a:bodyPr>
          <a:lstStyle/>
          <a:p>
            <a:r>
              <a:rPr lang="en-US" dirty="0" err="1"/>
              <a:t>Solutie</a:t>
            </a:r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AA93C2DA-5773-4C3E-A9FF-022C8925A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" y="2918331"/>
            <a:ext cx="4309533" cy="31782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250B0-5763-4723-8367-FC941E658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155" y="3429000"/>
            <a:ext cx="5827644" cy="1144587"/>
          </a:xfrm>
        </p:spPr>
        <p:txBody>
          <a:bodyPr anchor="t">
            <a:normAutofit/>
          </a:bodyPr>
          <a:lstStyle/>
          <a:p>
            <a:r>
              <a:rPr lang="en-US" sz="2000" dirty="0" err="1"/>
              <a:t>Oferirea</a:t>
            </a:r>
            <a:r>
              <a:rPr lang="en-US" sz="2000" dirty="0"/>
              <a:t>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platforme</a:t>
            </a:r>
            <a:r>
              <a:rPr lang="en-US" sz="2000" dirty="0"/>
              <a:t> </a:t>
            </a:r>
            <a:r>
              <a:rPr lang="en-US" sz="2000" dirty="0" err="1"/>
              <a:t>unde</a:t>
            </a:r>
            <a:r>
              <a:rPr lang="en-US" sz="2000" dirty="0"/>
              <a:t> </a:t>
            </a:r>
            <a:r>
              <a:rPr lang="en-US" sz="2000" dirty="0" err="1"/>
              <a:t>iti</a:t>
            </a:r>
            <a:r>
              <a:rPr lang="en-US" sz="2000" dirty="0"/>
              <a:t> </a:t>
            </a:r>
            <a:r>
              <a:rPr lang="en-US" sz="2000" dirty="0" err="1"/>
              <a:t>poti</a:t>
            </a:r>
            <a:r>
              <a:rPr lang="en-US" sz="2000" dirty="0"/>
              <a:t> </a:t>
            </a:r>
            <a:r>
              <a:rPr lang="en-US" sz="2000" dirty="0" err="1"/>
              <a:t>gasi</a:t>
            </a:r>
            <a:r>
              <a:rPr lang="en-US" sz="2000" dirty="0"/>
              <a:t> un </a:t>
            </a:r>
            <a:r>
              <a:rPr lang="en-US" sz="2000" dirty="0" err="1"/>
              <a:t>meserias</a:t>
            </a:r>
            <a:r>
              <a:rPr lang="en-US" sz="2000" dirty="0"/>
              <a:t> de </a:t>
            </a:r>
            <a:r>
              <a:rPr lang="en-US" sz="2000" dirty="0" err="1"/>
              <a:t>incredere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care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</a:t>
            </a:r>
            <a:r>
              <a:rPr lang="en-US" sz="2000" dirty="0" err="1"/>
              <a:t>ajuta</a:t>
            </a:r>
            <a:r>
              <a:rPr lang="en-US" sz="2000" dirty="0"/>
              <a:t> cat </a:t>
            </a:r>
            <a:r>
              <a:rPr lang="en-US" sz="2000" dirty="0" err="1"/>
              <a:t>mai</a:t>
            </a:r>
            <a:r>
              <a:rPr lang="en-US" sz="2000" dirty="0"/>
              <a:t> rapid </a:t>
            </a:r>
            <a:r>
              <a:rPr lang="en-US" sz="2000" dirty="0" err="1"/>
              <a:t>posibil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6344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17B7366-37C8-497F-8B24-C0D854C71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83076-C723-46E0-B78A-97C0A9EC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Functionalitati</a:t>
            </a:r>
            <a:endParaRPr lang="en-US" dirty="0"/>
          </a:p>
        </p:txBody>
      </p:sp>
      <p:pic>
        <p:nvPicPr>
          <p:cNvPr id="4" name="Content Placeholder 3" descr="Text&#10;&#10;Description automatically generated">
            <a:extLst>
              <a:ext uri="{FF2B5EF4-FFF2-40B4-BE49-F238E27FC236}">
                <a16:creationId xmlns:a16="http://schemas.microsoft.com/office/drawing/2014/main" id="{F69CE0E1-2172-4E70-8579-3DB254C8EB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" r="1171" b="1"/>
          <a:stretch/>
        </p:blipFill>
        <p:spPr>
          <a:xfrm>
            <a:off x="1129323" y="2013626"/>
            <a:ext cx="4488714" cy="3576825"/>
          </a:xfrm>
          <a:custGeom>
            <a:avLst/>
            <a:gdLst/>
            <a:ahLst/>
            <a:cxnLst/>
            <a:rect l="l" t="t" r="r" b="b"/>
            <a:pathLst>
              <a:path w="4488714" h="3576825">
                <a:moveTo>
                  <a:pt x="713492" y="15"/>
                </a:moveTo>
                <a:cubicBezTo>
                  <a:pt x="723739" y="278"/>
                  <a:pt x="734339" y="3967"/>
                  <a:pt x="743942" y="5139"/>
                </a:cubicBezTo>
                <a:cubicBezTo>
                  <a:pt x="955929" y="31374"/>
                  <a:pt x="1167914" y="59717"/>
                  <a:pt x="1380134" y="84780"/>
                </a:cubicBezTo>
                <a:cubicBezTo>
                  <a:pt x="1578535" y="108204"/>
                  <a:pt x="1778340" y="113591"/>
                  <a:pt x="1977677" y="125771"/>
                </a:cubicBezTo>
                <a:cubicBezTo>
                  <a:pt x="2218942" y="140529"/>
                  <a:pt x="2459740" y="161377"/>
                  <a:pt x="2699600" y="194169"/>
                </a:cubicBezTo>
                <a:cubicBezTo>
                  <a:pt x="2866144" y="217126"/>
                  <a:pt x="3034328" y="233053"/>
                  <a:pt x="3203214" y="214783"/>
                </a:cubicBezTo>
                <a:cubicBezTo>
                  <a:pt x="3211646" y="213845"/>
                  <a:pt x="3221250" y="210801"/>
                  <a:pt x="3228277" y="213845"/>
                </a:cubicBezTo>
                <a:cubicBezTo>
                  <a:pt x="3310262" y="248045"/>
                  <a:pt x="3399740" y="223449"/>
                  <a:pt x="3484768" y="244999"/>
                </a:cubicBezTo>
                <a:cubicBezTo>
                  <a:pt x="3462984" y="328154"/>
                  <a:pt x="3369523" y="321361"/>
                  <a:pt x="3316820" y="378984"/>
                </a:cubicBezTo>
                <a:cubicBezTo>
                  <a:pt x="3402785" y="401939"/>
                  <a:pt x="3480084" y="425129"/>
                  <a:pt x="3558554" y="442462"/>
                </a:cubicBezTo>
                <a:cubicBezTo>
                  <a:pt x="3641709" y="460733"/>
                  <a:pt x="3712214" y="510158"/>
                  <a:pt x="3793494" y="532176"/>
                </a:cubicBezTo>
                <a:cubicBezTo>
                  <a:pt x="3810829" y="536861"/>
                  <a:pt x="3831676" y="553257"/>
                  <a:pt x="3837766" y="569186"/>
                </a:cubicBezTo>
                <a:cubicBezTo>
                  <a:pt x="3857442" y="620719"/>
                  <a:pt x="4250260" y="765244"/>
                  <a:pt x="4203881" y="811154"/>
                </a:cubicBezTo>
                <a:cubicBezTo>
                  <a:pt x="4184673" y="830128"/>
                  <a:pt x="4159844" y="843714"/>
                  <a:pt x="4133843" y="862453"/>
                </a:cubicBezTo>
                <a:cubicBezTo>
                  <a:pt x="4172962" y="897823"/>
                  <a:pt x="4216998" y="913283"/>
                  <a:pt x="4263846" y="923823"/>
                </a:cubicBezTo>
                <a:cubicBezTo>
                  <a:pt x="4277901" y="927103"/>
                  <a:pt x="4291721" y="933661"/>
                  <a:pt x="4293126" y="949590"/>
                </a:cubicBezTo>
                <a:cubicBezTo>
                  <a:pt x="4294531" y="966220"/>
                  <a:pt x="4280242" y="972778"/>
                  <a:pt x="4268297" y="980509"/>
                </a:cubicBezTo>
                <a:cubicBezTo>
                  <a:pt x="4251666" y="991283"/>
                  <a:pt x="4235503" y="1000654"/>
                  <a:pt x="4214422" y="1002059"/>
                </a:cubicBezTo>
                <a:cubicBezTo>
                  <a:pt x="4179754" y="1004167"/>
                  <a:pt x="4163124" y="1034149"/>
                  <a:pt x="4142980" y="1056636"/>
                </a:cubicBezTo>
                <a:cubicBezTo>
                  <a:pt x="4131736" y="1069286"/>
                  <a:pt x="4126114" y="1094817"/>
                  <a:pt x="4145790" y="1099268"/>
                </a:cubicBezTo>
                <a:cubicBezTo>
                  <a:pt x="4193106" y="1110043"/>
                  <a:pt x="4189358" y="1141197"/>
                  <a:pt x="4188188" y="1176567"/>
                </a:cubicBezTo>
                <a:cubicBezTo>
                  <a:pt x="4186548" y="1220370"/>
                  <a:pt x="4158673" y="1240514"/>
                  <a:pt x="4124474" y="1257380"/>
                </a:cubicBezTo>
                <a:cubicBezTo>
                  <a:pt x="4112762" y="1263235"/>
                  <a:pt x="4096132" y="1263000"/>
                  <a:pt x="4091680" y="1281271"/>
                </a:cubicBezTo>
                <a:cubicBezTo>
                  <a:pt x="4110888" y="1298606"/>
                  <a:pt x="4134312" y="1284551"/>
                  <a:pt x="4154926" y="1289469"/>
                </a:cubicBezTo>
                <a:cubicBezTo>
                  <a:pt x="4172025" y="1293452"/>
                  <a:pt x="4200368" y="1291344"/>
                  <a:pt x="4176944" y="1323200"/>
                </a:cubicBezTo>
                <a:cubicBezTo>
                  <a:pt x="4170150" y="1332335"/>
                  <a:pt x="4178114" y="1339363"/>
                  <a:pt x="4186782" y="1340066"/>
                </a:cubicBezTo>
                <a:cubicBezTo>
                  <a:pt x="4256117" y="1347327"/>
                  <a:pt x="4224260" y="1411743"/>
                  <a:pt x="4246513" y="1445708"/>
                </a:cubicBezTo>
                <a:cubicBezTo>
                  <a:pt x="4252602" y="1455076"/>
                  <a:pt x="4246044" y="1471239"/>
                  <a:pt x="4236440" y="1475221"/>
                </a:cubicBezTo>
                <a:cubicBezTo>
                  <a:pt x="4175069" y="1501456"/>
                  <a:pt x="4166637" y="1563998"/>
                  <a:pt x="4136888" y="1617873"/>
                </a:cubicBezTo>
                <a:cubicBezTo>
                  <a:pt x="4169214" y="1639188"/>
                  <a:pt x="4207863" y="1643873"/>
                  <a:pt x="4242764" y="1657693"/>
                </a:cubicBezTo>
                <a:cubicBezTo>
                  <a:pt x="4279072" y="1672216"/>
                  <a:pt x="4279072" y="1682991"/>
                  <a:pt x="4249089" y="1725153"/>
                </a:cubicBezTo>
                <a:cubicBezTo>
                  <a:pt x="4327090" y="1734290"/>
                  <a:pt x="4327090" y="1734290"/>
                  <a:pt x="4302964" y="1800579"/>
                </a:cubicBezTo>
                <a:cubicBezTo>
                  <a:pt x="4368318" y="1806669"/>
                  <a:pt x="4411417" y="1838057"/>
                  <a:pt x="4421488" y="1906689"/>
                </a:cubicBezTo>
                <a:cubicBezTo>
                  <a:pt x="4426408" y="1939951"/>
                  <a:pt x="4455922" y="1955644"/>
                  <a:pt x="4488714" y="1977897"/>
                </a:cubicBezTo>
                <a:cubicBezTo>
                  <a:pt x="4447958" y="1999448"/>
                  <a:pt x="4420318" y="2044421"/>
                  <a:pt x="4372767" y="1996870"/>
                </a:cubicBezTo>
                <a:cubicBezTo>
                  <a:pt x="4355434" y="1979537"/>
                  <a:pt x="4357072" y="2001555"/>
                  <a:pt x="4354731" y="2007880"/>
                </a:cubicBezTo>
                <a:cubicBezTo>
                  <a:pt x="4349110" y="2023339"/>
                  <a:pt x="4360820" y="2033646"/>
                  <a:pt x="4368551" y="2045357"/>
                </a:cubicBezTo>
                <a:cubicBezTo>
                  <a:pt x="4376046" y="2057070"/>
                  <a:pt x="4384948" y="2069484"/>
                  <a:pt x="4387056" y="2082603"/>
                </a:cubicBezTo>
                <a:cubicBezTo>
                  <a:pt x="4388460" y="2091738"/>
                  <a:pt x="4381668" y="2105088"/>
                  <a:pt x="4374173" y="2111882"/>
                </a:cubicBezTo>
                <a:cubicBezTo>
                  <a:pt x="4334820" y="2147720"/>
                  <a:pt x="4358244" y="2228299"/>
                  <a:pt x="4283756" y="2238606"/>
                </a:cubicBezTo>
                <a:cubicBezTo>
                  <a:pt x="4250260" y="2243289"/>
                  <a:pt x="4234098" y="2272804"/>
                  <a:pt x="4209503" y="2288966"/>
                </a:cubicBezTo>
                <a:cubicBezTo>
                  <a:pt x="4124006" y="2345418"/>
                  <a:pt x="4066851" y="2418032"/>
                  <a:pt x="4040383" y="2517817"/>
                </a:cubicBezTo>
                <a:cubicBezTo>
                  <a:pt x="4033122" y="2545457"/>
                  <a:pt x="4005246" y="2567711"/>
                  <a:pt x="3987210" y="2592071"/>
                </a:cubicBezTo>
                <a:cubicBezTo>
                  <a:pt x="3995878" y="2609873"/>
                  <a:pt x="4043193" y="2571458"/>
                  <a:pt x="4026563" y="2618305"/>
                </a:cubicBezTo>
                <a:cubicBezTo>
                  <a:pt x="4013914" y="2653442"/>
                  <a:pt x="3981588" y="2675226"/>
                  <a:pt x="3951137" y="2696074"/>
                </a:cubicBezTo>
                <a:cubicBezTo>
                  <a:pt x="3916470" y="2719731"/>
                  <a:pt x="3878055" y="2738704"/>
                  <a:pt x="3862360" y="2782506"/>
                </a:cubicBezTo>
                <a:cubicBezTo>
                  <a:pt x="3859081" y="2791877"/>
                  <a:pt x="3848540" y="2801714"/>
                  <a:pt x="3839172" y="2805463"/>
                </a:cubicBezTo>
                <a:cubicBezTo>
                  <a:pt x="3350549" y="3576343"/>
                  <a:pt x="2147734" y="3581495"/>
                  <a:pt x="2009066" y="3576107"/>
                </a:cubicBezTo>
                <a:cubicBezTo>
                  <a:pt x="1841116" y="3569315"/>
                  <a:pt x="1682302" y="3521764"/>
                  <a:pt x="1526534" y="3462502"/>
                </a:cubicBezTo>
                <a:cubicBezTo>
                  <a:pt x="1460712" y="3437439"/>
                  <a:pt x="1399577" y="3401835"/>
                  <a:pt x="1335628" y="3374195"/>
                </a:cubicBezTo>
                <a:cubicBezTo>
                  <a:pt x="1247321" y="3336013"/>
                  <a:pt x="1179158" y="3263165"/>
                  <a:pt x="1091084" y="3232479"/>
                </a:cubicBezTo>
                <a:cubicBezTo>
                  <a:pt x="1000434" y="3200857"/>
                  <a:pt x="922901" y="3143000"/>
                  <a:pt x="829673" y="3118405"/>
                </a:cubicBezTo>
                <a:cubicBezTo>
                  <a:pt x="780484" y="3105288"/>
                  <a:pt x="732933" y="3081631"/>
                  <a:pt x="740662" y="3013935"/>
                </a:cubicBezTo>
                <a:cubicBezTo>
                  <a:pt x="742771" y="2994727"/>
                  <a:pt x="729888" y="2979034"/>
                  <a:pt x="709509" y="2984656"/>
                </a:cubicBezTo>
                <a:cubicBezTo>
                  <a:pt x="670626" y="2995196"/>
                  <a:pt x="653058" y="2967321"/>
                  <a:pt x="631507" y="2946474"/>
                </a:cubicBezTo>
                <a:cubicBezTo>
                  <a:pt x="593093" y="2909465"/>
                  <a:pt x="556552" y="2870113"/>
                  <a:pt x="495415" y="2864022"/>
                </a:cubicBezTo>
                <a:cubicBezTo>
                  <a:pt x="507126" y="2834976"/>
                  <a:pt x="527037" y="2839193"/>
                  <a:pt x="545308" y="2845283"/>
                </a:cubicBezTo>
                <a:cubicBezTo>
                  <a:pt x="593327" y="2861212"/>
                  <a:pt x="640877" y="2879248"/>
                  <a:pt x="688896" y="2895176"/>
                </a:cubicBezTo>
                <a:cubicBezTo>
                  <a:pt x="720284" y="2905483"/>
                  <a:pt x="751438" y="2920006"/>
                  <a:pt x="793367" y="2908527"/>
                </a:cubicBezTo>
                <a:cubicBezTo>
                  <a:pt x="757294" y="2849968"/>
                  <a:pt x="695923" y="2839427"/>
                  <a:pt x="646265" y="2821391"/>
                </a:cubicBezTo>
                <a:cubicBezTo>
                  <a:pt x="584192" y="2798670"/>
                  <a:pt x="547651" y="2755803"/>
                  <a:pt x="503847" y="2708019"/>
                </a:cubicBezTo>
                <a:cubicBezTo>
                  <a:pt x="549524" y="2696541"/>
                  <a:pt x="577867" y="2731678"/>
                  <a:pt x="613705" y="2729803"/>
                </a:cubicBezTo>
                <a:cubicBezTo>
                  <a:pt x="615580" y="2723714"/>
                  <a:pt x="618859" y="2714813"/>
                  <a:pt x="618390" y="2714577"/>
                </a:cubicBezTo>
                <a:cubicBezTo>
                  <a:pt x="559831" y="2688343"/>
                  <a:pt x="532425" y="2639153"/>
                  <a:pt x="523289" y="2579656"/>
                </a:cubicBezTo>
                <a:cubicBezTo>
                  <a:pt x="518605" y="2548972"/>
                  <a:pt x="497289" y="2539368"/>
                  <a:pt x="476207" y="2525313"/>
                </a:cubicBezTo>
                <a:cubicBezTo>
                  <a:pt x="402656" y="2475421"/>
                  <a:pt x="324889" y="2430213"/>
                  <a:pt x="264455" y="2361581"/>
                </a:cubicBezTo>
                <a:cubicBezTo>
                  <a:pt x="334259" y="2370716"/>
                  <a:pt x="390242" y="2415455"/>
                  <a:pt x="465433" y="2434663"/>
                </a:cubicBezTo>
                <a:cubicBezTo>
                  <a:pt x="405702" y="2359238"/>
                  <a:pt x="328402" y="2321058"/>
                  <a:pt x="257897" y="2275380"/>
                </a:cubicBezTo>
                <a:cubicBezTo>
                  <a:pt x="225806" y="2254533"/>
                  <a:pt x="196059" y="2227830"/>
                  <a:pt x="157174" y="2216586"/>
                </a:cubicBezTo>
                <a:cubicBezTo>
                  <a:pt x="143354" y="2212604"/>
                  <a:pt x="120633" y="2204172"/>
                  <a:pt x="131643" y="2181919"/>
                </a:cubicBezTo>
                <a:cubicBezTo>
                  <a:pt x="141011" y="2163415"/>
                  <a:pt x="159516" y="2169035"/>
                  <a:pt x="176382" y="2174423"/>
                </a:cubicBezTo>
                <a:cubicBezTo>
                  <a:pt x="216905" y="2187776"/>
                  <a:pt x="258834" y="2188009"/>
                  <a:pt x="313646" y="2187776"/>
                </a:cubicBezTo>
                <a:cubicBezTo>
                  <a:pt x="267735" y="2126639"/>
                  <a:pt x="183643" y="2144910"/>
                  <a:pt x="144292" y="2080728"/>
                </a:cubicBezTo>
                <a:cubicBezTo>
                  <a:pt x="193481" y="2069484"/>
                  <a:pt x="231428" y="2092674"/>
                  <a:pt x="271249" y="2097124"/>
                </a:cubicBezTo>
                <a:cubicBezTo>
                  <a:pt x="307321" y="2101106"/>
                  <a:pt x="316222" y="2090332"/>
                  <a:pt x="307790" y="2054961"/>
                </a:cubicBezTo>
                <a:cubicBezTo>
                  <a:pt x="294673" y="1999915"/>
                  <a:pt x="314349" y="1971806"/>
                  <a:pt x="366818" y="1986798"/>
                </a:cubicBezTo>
                <a:cubicBezTo>
                  <a:pt x="415539" y="2000852"/>
                  <a:pt x="420692" y="1980240"/>
                  <a:pt x="407575" y="1948852"/>
                </a:cubicBezTo>
                <a:cubicBezTo>
                  <a:pt x="388836" y="1903176"/>
                  <a:pt x="410151" y="1867805"/>
                  <a:pt x="424674" y="1829390"/>
                </a:cubicBezTo>
                <a:cubicBezTo>
                  <a:pt x="446928" y="1770831"/>
                  <a:pt x="437558" y="1742253"/>
                  <a:pt x="389539" y="1698685"/>
                </a:cubicBezTo>
                <a:cubicBezTo>
                  <a:pt x="362602" y="1674323"/>
                  <a:pt x="333557" y="1653711"/>
                  <a:pt x="294438" y="1632630"/>
                </a:cubicBezTo>
                <a:cubicBezTo>
                  <a:pt x="384620" y="1621152"/>
                  <a:pt x="289988" y="1582503"/>
                  <a:pt x="321844" y="1558376"/>
                </a:cubicBezTo>
                <a:cubicBezTo>
                  <a:pt x="385557" y="1548538"/>
                  <a:pt x="437558" y="1625368"/>
                  <a:pt x="524227" y="1603350"/>
                </a:cubicBezTo>
                <a:cubicBezTo>
                  <a:pt x="417179" y="1536825"/>
                  <a:pt x="298889" y="1515041"/>
                  <a:pt x="221356" y="1426500"/>
                </a:cubicBezTo>
                <a:cubicBezTo>
                  <a:pt x="239158" y="1406355"/>
                  <a:pt x="256960" y="1425094"/>
                  <a:pt x="272186" y="1417599"/>
                </a:cubicBezTo>
                <a:cubicBezTo>
                  <a:pt x="271717" y="1412914"/>
                  <a:pt x="272889" y="1405886"/>
                  <a:pt x="270077" y="1403779"/>
                </a:cubicBezTo>
                <a:cubicBezTo>
                  <a:pt x="212221" y="1355525"/>
                  <a:pt x="211283" y="1354355"/>
                  <a:pt x="273356" y="1318749"/>
                </a:cubicBezTo>
                <a:cubicBezTo>
                  <a:pt x="295141" y="1306335"/>
                  <a:pt x="293267" y="1295325"/>
                  <a:pt x="281790" y="1279632"/>
                </a:cubicBezTo>
                <a:cubicBezTo>
                  <a:pt x="273590" y="1268622"/>
                  <a:pt x="263753" y="1258784"/>
                  <a:pt x="268438" y="1234657"/>
                </a:cubicBezTo>
                <a:cubicBezTo>
                  <a:pt x="302402" y="1265578"/>
                  <a:pt x="466603" y="1255505"/>
                  <a:pt x="495649" y="1252226"/>
                </a:cubicBezTo>
                <a:cubicBezTo>
                  <a:pt x="528208" y="1248713"/>
                  <a:pt x="560299" y="1233721"/>
                  <a:pt x="594497" y="1241919"/>
                </a:cubicBezTo>
                <a:cubicBezTo>
                  <a:pt x="621903" y="1248479"/>
                  <a:pt x="748860" y="1311957"/>
                  <a:pt x="766898" y="1239109"/>
                </a:cubicBezTo>
                <a:cubicBezTo>
                  <a:pt x="767835" y="1235595"/>
                  <a:pt x="819132" y="1243794"/>
                  <a:pt x="846773" y="1247776"/>
                </a:cubicBezTo>
                <a:cubicBezTo>
                  <a:pt x="871134" y="1251055"/>
                  <a:pt x="898540" y="1265578"/>
                  <a:pt x="914936" y="1236532"/>
                </a:cubicBezTo>
                <a:cubicBezTo>
                  <a:pt x="924540" y="1219433"/>
                  <a:pt x="884954" y="1186405"/>
                  <a:pt x="849584" y="1183594"/>
                </a:cubicBezTo>
                <a:cubicBezTo>
                  <a:pt x="818898" y="1181017"/>
                  <a:pt x="786807" y="1177269"/>
                  <a:pt x="757528" y="1184296"/>
                </a:cubicBezTo>
                <a:cubicBezTo>
                  <a:pt x="721456" y="1192730"/>
                  <a:pt x="702014" y="1179144"/>
                  <a:pt x="691941" y="1149864"/>
                </a:cubicBezTo>
                <a:cubicBezTo>
                  <a:pt x="680698" y="1117539"/>
                  <a:pt x="659147" y="1102547"/>
                  <a:pt x="629400" y="1087555"/>
                </a:cubicBezTo>
                <a:cubicBezTo>
                  <a:pt x="557253" y="1051250"/>
                  <a:pt x="487920" y="1009321"/>
                  <a:pt x="408747" y="988239"/>
                </a:cubicBezTo>
                <a:cubicBezTo>
                  <a:pt x="393052" y="984022"/>
                  <a:pt x="375719" y="978400"/>
                  <a:pt x="368458" y="950527"/>
                </a:cubicBezTo>
                <a:cubicBezTo>
                  <a:pt x="582786" y="992220"/>
                  <a:pt x="778141" y="1100908"/>
                  <a:pt x="999262" y="1094583"/>
                </a:cubicBezTo>
                <a:cubicBezTo>
                  <a:pt x="938829" y="1060149"/>
                  <a:pt x="868792" y="1058276"/>
                  <a:pt x="804376" y="1034149"/>
                </a:cubicBezTo>
                <a:cubicBezTo>
                  <a:pt x="850053" y="1016113"/>
                  <a:pt x="892918" y="1034852"/>
                  <a:pt x="936252" y="1045159"/>
                </a:cubicBezTo>
                <a:cubicBezTo>
                  <a:pt x="972559" y="1053591"/>
                  <a:pt x="1005353" y="1054997"/>
                  <a:pt x="1009335" y="1004636"/>
                </a:cubicBezTo>
                <a:cubicBezTo>
                  <a:pt x="1007929" y="1001356"/>
                  <a:pt x="1008163" y="997141"/>
                  <a:pt x="1008398" y="993158"/>
                </a:cubicBezTo>
                <a:cubicBezTo>
                  <a:pt x="996216" y="972311"/>
                  <a:pt x="977244" y="961536"/>
                  <a:pt x="954757" y="955445"/>
                </a:cubicBezTo>
                <a:cubicBezTo>
                  <a:pt x="941171" y="951697"/>
                  <a:pt x="923135" y="946075"/>
                  <a:pt x="923368" y="931085"/>
                </a:cubicBezTo>
                <a:cubicBezTo>
                  <a:pt x="924071" y="875570"/>
                  <a:pt x="880738" y="859407"/>
                  <a:pt x="837403" y="843245"/>
                </a:cubicBezTo>
                <a:cubicBezTo>
                  <a:pt x="861530" y="815605"/>
                  <a:pt x="880503" y="835983"/>
                  <a:pt x="898774" y="833876"/>
                </a:cubicBezTo>
                <a:cubicBezTo>
                  <a:pt x="910720" y="832470"/>
                  <a:pt x="921495" y="829894"/>
                  <a:pt x="921495" y="815605"/>
                </a:cubicBezTo>
                <a:cubicBezTo>
                  <a:pt x="921729" y="803658"/>
                  <a:pt x="916107" y="790072"/>
                  <a:pt x="904396" y="789839"/>
                </a:cubicBezTo>
                <a:cubicBezTo>
                  <a:pt x="831079" y="787730"/>
                  <a:pt x="790556" y="710900"/>
                  <a:pt x="714428" y="710666"/>
                </a:cubicBezTo>
                <a:cubicBezTo>
                  <a:pt x="668986" y="710666"/>
                  <a:pt x="738086" y="667332"/>
                  <a:pt x="699672" y="649295"/>
                </a:cubicBezTo>
                <a:cubicBezTo>
                  <a:pt x="691238" y="645313"/>
                  <a:pt x="721690" y="639224"/>
                  <a:pt x="735276" y="640160"/>
                </a:cubicBezTo>
                <a:cubicBezTo>
                  <a:pt x="748627" y="641097"/>
                  <a:pt x="760573" y="652574"/>
                  <a:pt x="776736" y="644376"/>
                </a:cubicBezTo>
                <a:cubicBezTo>
                  <a:pt x="785637" y="615097"/>
                  <a:pt x="762682" y="604322"/>
                  <a:pt x="743708" y="596123"/>
                </a:cubicBezTo>
                <a:cubicBezTo>
                  <a:pt x="699905" y="577150"/>
                  <a:pt x="657274" y="554195"/>
                  <a:pt x="609255" y="547401"/>
                </a:cubicBezTo>
                <a:cubicBezTo>
                  <a:pt x="592156" y="545059"/>
                  <a:pt x="633850" y="513671"/>
                  <a:pt x="642048" y="502662"/>
                </a:cubicBezTo>
                <a:cubicBezTo>
                  <a:pt x="448801" y="386949"/>
                  <a:pt x="216437" y="392804"/>
                  <a:pt x="0" y="299342"/>
                </a:cubicBezTo>
                <a:cubicBezTo>
                  <a:pt x="47785" y="281073"/>
                  <a:pt x="82921" y="294424"/>
                  <a:pt x="115480" y="297235"/>
                </a:cubicBezTo>
                <a:cubicBezTo>
                  <a:pt x="196760" y="304261"/>
                  <a:pt x="277105" y="318784"/>
                  <a:pt x="358151" y="327451"/>
                </a:cubicBezTo>
                <a:cubicBezTo>
                  <a:pt x="397971" y="331667"/>
                  <a:pt x="434981" y="347596"/>
                  <a:pt x="479486" y="322299"/>
                </a:cubicBezTo>
                <a:cubicBezTo>
                  <a:pt x="509235" y="305433"/>
                  <a:pt x="556786" y="323703"/>
                  <a:pt x="593327" y="338695"/>
                </a:cubicBezTo>
                <a:cubicBezTo>
                  <a:pt x="623543" y="351109"/>
                  <a:pt x="652355" y="354388"/>
                  <a:pt x="692410" y="338695"/>
                </a:cubicBezTo>
                <a:cubicBezTo>
                  <a:pt x="656103" y="329091"/>
                  <a:pt x="628228" y="320659"/>
                  <a:pt x="599651" y="314802"/>
                </a:cubicBezTo>
                <a:cubicBezTo>
                  <a:pt x="576930" y="310118"/>
                  <a:pt x="631040" y="291144"/>
                  <a:pt x="658679" y="293487"/>
                </a:cubicBezTo>
                <a:cubicBezTo>
                  <a:pt x="697329" y="296766"/>
                  <a:pt x="675545" y="284586"/>
                  <a:pt x="668986" y="267720"/>
                </a:cubicBezTo>
                <a:cubicBezTo>
                  <a:pt x="661959" y="249684"/>
                  <a:pt x="682806" y="244063"/>
                  <a:pt x="695923" y="247810"/>
                </a:cubicBezTo>
                <a:cubicBezTo>
                  <a:pt x="746284" y="262568"/>
                  <a:pt x="796411" y="236567"/>
                  <a:pt x="848413" y="257649"/>
                </a:cubicBezTo>
                <a:cubicBezTo>
                  <a:pt x="835295" y="205647"/>
                  <a:pt x="806952" y="182926"/>
                  <a:pt x="747690" y="175664"/>
                </a:cubicBezTo>
                <a:cubicBezTo>
                  <a:pt x="725437" y="172854"/>
                  <a:pt x="702248" y="177070"/>
                  <a:pt x="683040" y="162078"/>
                </a:cubicBezTo>
                <a:cubicBezTo>
                  <a:pt x="672030" y="153413"/>
                  <a:pt x="659616" y="143106"/>
                  <a:pt x="668283" y="127177"/>
                </a:cubicBezTo>
                <a:cubicBezTo>
                  <a:pt x="674373" y="115933"/>
                  <a:pt x="687491" y="115933"/>
                  <a:pt x="698266" y="119682"/>
                </a:cubicBezTo>
                <a:cubicBezTo>
                  <a:pt x="746519" y="136313"/>
                  <a:pt x="796880" y="142403"/>
                  <a:pt x="847241" y="148494"/>
                </a:cubicBezTo>
                <a:cubicBezTo>
                  <a:pt x="854972" y="149430"/>
                  <a:pt x="863637" y="152476"/>
                  <a:pt x="872305" y="137015"/>
                </a:cubicBezTo>
                <a:cubicBezTo>
                  <a:pt x="778141" y="111951"/>
                  <a:pt x="688662" y="76347"/>
                  <a:pt x="591921" y="62527"/>
                </a:cubicBezTo>
                <a:cubicBezTo>
                  <a:pt x="593327" y="55969"/>
                  <a:pt x="594732" y="49410"/>
                  <a:pt x="596138" y="42852"/>
                </a:cubicBezTo>
                <a:cubicBezTo>
                  <a:pt x="671796" y="52220"/>
                  <a:pt x="747456" y="61590"/>
                  <a:pt x="843025" y="73303"/>
                </a:cubicBezTo>
                <a:cubicBezTo>
                  <a:pt x="784231" y="36058"/>
                  <a:pt x="728717" y="48473"/>
                  <a:pt x="685149" y="15446"/>
                </a:cubicBezTo>
                <a:cubicBezTo>
                  <a:pt x="693347" y="2914"/>
                  <a:pt x="703244" y="-249"/>
                  <a:pt x="713492" y="15"/>
                </a:cubicBez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A11A0E-9ECF-4977-A66A-DDFC7BEB5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7775" y="2300778"/>
            <a:ext cx="4191791" cy="3002520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 err="1"/>
              <a:t>Cautare</a:t>
            </a:r>
            <a:r>
              <a:rPr lang="en-US" sz="2000" dirty="0"/>
              <a:t> </a:t>
            </a:r>
            <a:r>
              <a:rPr lang="en-US" sz="2000" dirty="0" err="1"/>
              <a:t>rapida</a:t>
            </a:r>
            <a:r>
              <a:rPr lang="en-US" sz="2000" dirty="0"/>
              <a:t> de </a:t>
            </a:r>
            <a:r>
              <a:rPr lang="en-US" sz="2000" dirty="0" err="1"/>
              <a:t>meseriasi</a:t>
            </a:r>
            <a:r>
              <a:rPr lang="en-US" sz="2000" dirty="0"/>
              <a:t> </a:t>
            </a:r>
            <a:r>
              <a:rPr lang="en-US" sz="2000" dirty="0" err="1"/>
              <a:t>disponibili</a:t>
            </a:r>
            <a:endParaRPr lang="en-US" sz="2000" dirty="0"/>
          </a:p>
          <a:p>
            <a:r>
              <a:rPr lang="en-US" sz="2000" dirty="0" err="1"/>
              <a:t>Cautari</a:t>
            </a:r>
            <a:r>
              <a:rPr lang="en-US" sz="2000" dirty="0"/>
              <a:t> </a:t>
            </a:r>
            <a:r>
              <a:rPr lang="en-US" sz="2000" dirty="0" err="1"/>
              <a:t>predefinite</a:t>
            </a:r>
            <a:endParaRPr lang="en-US" sz="2000" dirty="0"/>
          </a:p>
          <a:p>
            <a:r>
              <a:rPr lang="en-US" sz="2000" dirty="0" err="1"/>
              <a:t>Contactare</a:t>
            </a:r>
            <a:r>
              <a:rPr lang="en-US" sz="2000" dirty="0"/>
              <a:t> </a:t>
            </a:r>
            <a:r>
              <a:rPr lang="en-US" sz="2000" dirty="0" err="1"/>
              <a:t>rapida</a:t>
            </a:r>
            <a:endParaRPr lang="en-US" sz="2000" dirty="0"/>
          </a:p>
          <a:p>
            <a:r>
              <a:rPr lang="en-US" sz="2000" dirty="0" err="1"/>
              <a:t>Reputatie</a:t>
            </a:r>
            <a:r>
              <a:rPr lang="en-US" sz="2000" dirty="0"/>
              <a:t> </a:t>
            </a:r>
            <a:r>
              <a:rPr lang="en-US" sz="2000" dirty="0" err="1"/>
              <a:t>meserias</a:t>
            </a:r>
            <a:r>
              <a:rPr lang="en-US" sz="2000" dirty="0"/>
              <a:t> </a:t>
            </a:r>
            <a:r>
              <a:rPr lang="en-US" sz="2000" dirty="0" err="1"/>
              <a:t>disponibila</a:t>
            </a:r>
            <a:endParaRPr lang="en-US" sz="2000" dirty="0"/>
          </a:p>
          <a:p>
            <a:r>
              <a:rPr lang="en-US" sz="2000" dirty="0" err="1"/>
              <a:t>Urmarire</a:t>
            </a:r>
            <a:r>
              <a:rPr lang="en-US" sz="2000" dirty="0"/>
              <a:t> </a:t>
            </a:r>
            <a:r>
              <a:rPr lang="en-US" sz="2000" dirty="0" err="1"/>
              <a:t>meserias</a:t>
            </a:r>
            <a:r>
              <a:rPr lang="en-US" sz="2000" dirty="0"/>
              <a:t> pe </a:t>
            </a:r>
            <a:r>
              <a:rPr lang="en-US" sz="2000" dirty="0" err="1"/>
              <a:t>harta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estimarea</a:t>
            </a:r>
            <a:r>
              <a:rPr lang="en-US" sz="2000" dirty="0"/>
              <a:t> </a:t>
            </a:r>
            <a:r>
              <a:rPr lang="en-US" sz="2000" dirty="0" err="1"/>
              <a:t>sosirii</a:t>
            </a:r>
            <a:r>
              <a:rPr lang="en-US" sz="2000" dirty="0"/>
              <a:t> in </a:t>
            </a:r>
            <a:r>
              <a:rPr lang="en-US" sz="2000" dirty="0" err="1"/>
              <a:t>timp</a:t>
            </a:r>
            <a:r>
              <a:rPr lang="en-US" sz="2000" dirty="0"/>
              <a:t> real</a:t>
            </a:r>
          </a:p>
          <a:p>
            <a:r>
              <a:rPr lang="en-US" sz="2000" dirty="0" err="1"/>
              <a:t>Posibilitatea</a:t>
            </a:r>
            <a:r>
              <a:rPr lang="en-US" sz="2000" dirty="0"/>
              <a:t> </a:t>
            </a:r>
            <a:r>
              <a:rPr lang="en-US" sz="2000" dirty="0" err="1"/>
              <a:t>programarii</a:t>
            </a:r>
            <a:endParaRPr lang="en-US" sz="2000" dirty="0"/>
          </a:p>
          <a:p>
            <a:r>
              <a:rPr lang="en-US" sz="2000" dirty="0" err="1"/>
              <a:t>Preturi</a:t>
            </a:r>
            <a:r>
              <a:rPr lang="en-US" sz="2000" dirty="0"/>
              <a:t> </a:t>
            </a:r>
            <a:r>
              <a:rPr lang="en-US" sz="2000" dirty="0" err="1"/>
              <a:t>transparente</a:t>
            </a:r>
            <a:endParaRPr lang="en-US" sz="2000" dirty="0"/>
          </a:p>
          <a:p>
            <a:r>
              <a:rPr lang="en-US" sz="2000" dirty="0" err="1"/>
              <a:t>Plati</a:t>
            </a:r>
            <a:r>
              <a:rPr lang="en-US" sz="2000" dirty="0"/>
              <a:t> cu </a:t>
            </a:r>
            <a:r>
              <a:rPr lang="en-US" sz="2000" dirty="0" err="1"/>
              <a:t>cardul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22C956-3D7B-44FE-9749-7FEDAC99A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556" y="1399930"/>
            <a:ext cx="1915244" cy="405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6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9A002C20-86F6-46B0-8392-A37CAC548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EC5E8-CA68-40AA-8A2A-F8469FC32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Competitori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2972F54-37E5-4215-8174-927CD8DD4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5247" y="1844620"/>
            <a:ext cx="5004044" cy="4257439"/>
          </a:xfrm>
          <a:custGeom>
            <a:avLst/>
            <a:gdLst>
              <a:gd name="connsiteX0" fmla="*/ 4996703 w 5004044"/>
              <a:gd name="connsiteY0" fmla="*/ 1884419 h 4257439"/>
              <a:gd name="connsiteX1" fmla="*/ 4999558 w 5004044"/>
              <a:gd name="connsiteY1" fmla="*/ 1895448 h 4257439"/>
              <a:gd name="connsiteX2" fmla="*/ 4998919 w 5004044"/>
              <a:gd name="connsiteY2" fmla="*/ 1955002 h 4257439"/>
              <a:gd name="connsiteX3" fmla="*/ 4997257 w 5004044"/>
              <a:gd name="connsiteY3" fmla="*/ 1954563 h 4257439"/>
              <a:gd name="connsiteX4" fmla="*/ 4997288 w 5004044"/>
              <a:gd name="connsiteY4" fmla="*/ 1935420 h 4257439"/>
              <a:gd name="connsiteX5" fmla="*/ 4996971 w 5004044"/>
              <a:gd name="connsiteY5" fmla="*/ 1897199 h 4257439"/>
              <a:gd name="connsiteX6" fmla="*/ 4995619 w 5004044"/>
              <a:gd name="connsiteY6" fmla="*/ 1855413 h 4257439"/>
              <a:gd name="connsiteX7" fmla="*/ 4996377 w 5004044"/>
              <a:gd name="connsiteY7" fmla="*/ 1868871 h 4257439"/>
              <a:gd name="connsiteX8" fmla="*/ 4996703 w 5004044"/>
              <a:gd name="connsiteY8" fmla="*/ 1884419 h 4257439"/>
              <a:gd name="connsiteX9" fmla="*/ 4993479 w 5004044"/>
              <a:gd name="connsiteY9" fmla="*/ 1871969 h 4257439"/>
              <a:gd name="connsiteX10" fmla="*/ 4994448 w 5004044"/>
              <a:gd name="connsiteY10" fmla="*/ 1857988 h 4257439"/>
              <a:gd name="connsiteX11" fmla="*/ 4995619 w 5004044"/>
              <a:gd name="connsiteY11" fmla="*/ 1855413 h 4257439"/>
              <a:gd name="connsiteX12" fmla="*/ 561880 w 5004044"/>
              <a:gd name="connsiteY12" fmla="*/ 1402651 h 4257439"/>
              <a:gd name="connsiteX13" fmla="*/ 559343 w 5004044"/>
              <a:gd name="connsiteY13" fmla="*/ 1406893 h 4257439"/>
              <a:gd name="connsiteX14" fmla="*/ 576521 w 5004044"/>
              <a:gd name="connsiteY14" fmla="*/ 1419992 h 4257439"/>
              <a:gd name="connsiteX15" fmla="*/ 596259 w 5004044"/>
              <a:gd name="connsiteY15" fmla="*/ 1423150 h 4257439"/>
              <a:gd name="connsiteX16" fmla="*/ 561880 w 5004044"/>
              <a:gd name="connsiteY16" fmla="*/ 1402651 h 4257439"/>
              <a:gd name="connsiteX17" fmla="*/ 741490 w 5004044"/>
              <a:gd name="connsiteY17" fmla="*/ 927208 h 4257439"/>
              <a:gd name="connsiteX18" fmla="*/ 944973 w 5004044"/>
              <a:gd name="connsiteY18" fmla="*/ 1054807 h 4257439"/>
              <a:gd name="connsiteX19" fmla="*/ 947781 w 5004044"/>
              <a:gd name="connsiteY19" fmla="*/ 1050516 h 4257439"/>
              <a:gd name="connsiteX20" fmla="*/ 741490 w 5004044"/>
              <a:gd name="connsiteY20" fmla="*/ 927208 h 4257439"/>
              <a:gd name="connsiteX21" fmla="*/ 4437179 w 5004044"/>
              <a:gd name="connsiteY21" fmla="*/ 969 h 4257439"/>
              <a:gd name="connsiteX22" fmla="*/ 4444201 w 5004044"/>
              <a:gd name="connsiteY22" fmla="*/ 18389 h 4257439"/>
              <a:gd name="connsiteX23" fmla="*/ 4430319 w 5004044"/>
              <a:gd name="connsiteY23" fmla="*/ 49621 h 4257439"/>
              <a:gd name="connsiteX24" fmla="*/ 4455614 w 5004044"/>
              <a:gd name="connsiteY24" fmla="*/ 105249 h 4257439"/>
              <a:gd name="connsiteX25" fmla="*/ 4563529 w 5004044"/>
              <a:gd name="connsiteY25" fmla="*/ 89046 h 4257439"/>
              <a:gd name="connsiteX26" fmla="*/ 4575967 w 5004044"/>
              <a:gd name="connsiteY26" fmla="*/ 105828 h 4257439"/>
              <a:gd name="connsiteX27" fmla="*/ 4581177 w 5004044"/>
              <a:gd name="connsiteY27" fmla="*/ 187773 h 4257439"/>
              <a:gd name="connsiteX28" fmla="*/ 4586660 w 5004044"/>
              <a:gd name="connsiteY28" fmla="*/ 207364 h 4257439"/>
              <a:gd name="connsiteX29" fmla="*/ 4601641 w 5004044"/>
              <a:gd name="connsiteY29" fmla="*/ 294858 h 4257439"/>
              <a:gd name="connsiteX30" fmla="*/ 4662523 w 5004044"/>
              <a:gd name="connsiteY30" fmla="*/ 423590 h 4257439"/>
              <a:gd name="connsiteX31" fmla="*/ 4724560 w 5004044"/>
              <a:gd name="connsiteY31" fmla="*/ 497719 h 4257439"/>
              <a:gd name="connsiteX32" fmla="*/ 4732841 w 5004044"/>
              <a:gd name="connsiteY32" fmla="*/ 519029 h 4257439"/>
              <a:gd name="connsiteX33" fmla="*/ 4749643 w 5004044"/>
              <a:gd name="connsiteY33" fmla="*/ 604622 h 4257439"/>
              <a:gd name="connsiteX34" fmla="*/ 4744753 w 5004044"/>
              <a:gd name="connsiteY34" fmla="*/ 623512 h 4257439"/>
              <a:gd name="connsiteX35" fmla="*/ 4720006 w 5004044"/>
              <a:gd name="connsiteY35" fmla="*/ 649070 h 4257439"/>
              <a:gd name="connsiteX36" fmla="*/ 4700653 w 5004044"/>
              <a:gd name="connsiteY36" fmla="*/ 704672 h 4257439"/>
              <a:gd name="connsiteX37" fmla="*/ 4662297 w 5004044"/>
              <a:gd name="connsiteY37" fmla="*/ 786401 h 4257439"/>
              <a:gd name="connsiteX38" fmla="*/ 4642954 w 5004044"/>
              <a:gd name="connsiteY38" fmla="*/ 811006 h 4257439"/>
              <a:gd name="connsiteX39" fmla="*/ 4658781 w 5004044"/>
              <a:gd name="connsiteY39" fmla="*/ 824342 h 4257439"/>
              <a:gd name="connsiteX40" fmla="*/ 4713981 w 5004044"/>
              <a:gd name="connsiteY40" fmla="*/ 916441 h 4257439"/>
              <a:gd name="connsiteX41" fmla="*/ 4642145 w 5004044"/>
              <a:gd name="connsiteY41" fmla="*/ 1035706 h 4257439"/>
              <a:gd name="connsiteX42" fmla="*/ 4604059 w 5004044"/>
              <a:gd name="connsiteY42" fmla="*/ 1073741 h 4257439"/>
              <a:gd name="connsiteX43" fmla="*/ 4680437 w 5004044"/>
              <a:gd name="connsiteY43" fmla="*/ 1071013 h 4257439"/>
              <a:gd name="connsiteX44" fmla="*/ 4708843 w 5004044"/>
              <a:gd name="connsiteY44" fmla="*/ 1110593 h 4257439"/>
              <a:gd name="connsiteX45" fmla="*/ 4721433 w 5004044"/>
              <a:gd name="connsiteY45" fmla="*/ 1130828 h 4257439"/>
              <a:gd name="connsiteX46" fmla="*/ 4799050 w 5004044"/>
              <a:gd name="connsiteY46" fmla="*/ 1256288 h 4257439"/>
              <a:gd name="connsiteX47" fmla="*/ 4788849 w 5004044"/>
              <a:gd name="connsiteY47" fmla="*/ 1296992 h 4257439"/>
              <a:gd name="connsiteX48" fmla="*/ 4677593 w 5004044"/>
              <a:gd name="connsiteY48" fmla="*/ 1504814 h 4257439"/>
              <a:gd name="connsiteX49" fmla="*/ 4806838 w 5004044"/>
              <a:gd name="connsiteY49" fmla="*/ 1534504 h 4257439"/>
              <a:gd name="connsiteX50" fmla="*/ 4818253 w 5004044"/>
              <a:gd name="connsiteY50" fmla="*/ 1621364 h 4257439"/>
              <a:gd name="connsiteX51" fmla="*/ 4887405 w 5004044"/>
              <a:gd name="connsiteY51" fmla="*/ 1708784 h 4257439"/>
              <a:gd name="connsiteX52" fmla="*/ 4987017 w 5004044"/>
              <a:gd name="connsiteY52" fmla="*/ 1847008 h 4257439"/>
              <a:gd name="connsiteX53" fmla="*/ 4993479 w 5004044"/>
              <a:gd name="connsiteY53" fmla="*/ 1871969 h 4257439"/>
              <a:gd name="connsiteX54" fmla="*/ 4993260 w 5004044"/>
              <a:gd name="connsiteY54" fmla="*/ 1875137 h 4257439"/>
              <a:gd name="connsiteX55" fmla="*/ 4990437 w 5004044"/>
              <a:gd name="connsiteY55" fmla="*/ 1933934 h 4257439"/>
              <a:gd name="connsiteX56" fmla="*/ 4989378 w 5004044"/>
              <a:gd name="connsiteY56" fmla="*/ 1952477 h 4257439"/>
              <a:gd name="connsiteX57" fmla="*/ 4982628 w 5004044"/>
              <a:gd name="connsiteY57" fmla="*/ 1950690 h 4257439"/>
              <a:gd name="connsiteX58" fmla="*/ 4970479 w 5004044"/>
              <a:gd name="connsiteY58" fmla="*/ 1944168 h 4257439"/>
              <a:gd name="connsiteX59" fmla="*/ 4961645 w 5004044"/>
              <a:gd name="connsiteY59" fmla="*/ 1968944 h 4257439"/>
              <a:gd name="connsiteX60" fmla="*/ 4980262 w 5004044"/>
              <a:gd name="connsiteY60" fmla="*/ 2014997 h 4257439"/>
              <a:gd name="connsiteX61" fmla="*/ 4988607 w 5004044"/>
              <a:gd name="connsiteY61" fmla="*/ 1965973 h 4257439"/>
              <a:gd name="connsiteX62" fmla="*/ 4989378 w 5004044"/>
              <a:gd name="connsiteY62" fmla="*/ 1952477 h 4257439"/>
              <a:gd name="connsiteX63" fmla="*/ 4997257 w 5004044"/>
              <a:gd name="connsiteY63" fmla="*/ 1954563 h 4257439"/>
              <a:gd name="connsiteX64" fmla="*/ 4997217 w 5004044"/>
              <a:gd name="connsiteY64" fmla="*/ 1978557 h 4257439"/>
              <a:gd name="connsiteX65" fmla="*/ 4990810 w 5004044"/>
              <a:gd name="connsiteY65" fmla="*/ 2100744 h 4257439"/>
              <a:gd name="connsiteX66" fmla="*/ 4889713 w 5004044"/>
              <a:gd name="connsiteY66" fmla="*/ 2285583 h 4257439"/>
              <a:gd name="connsiteX67" fmla="*/ 4803440 w 5004044"/>
              <a:gd name="connsiteY67" fmla="*/ 2367231 h 4257439"/>
              <a:gd name="connsiteX68" fmla="*/ 4613356 w 5004044"/>
              <a:gd name="connsiteY68" fmla="*/ 2702512 h 4257439"/>
              <a:gd name="connsiteX69" fmla="*/ 4553563 w 5004044"/>
              <a:gd name="connsiteY69" fmla="*/ 2810797 h 4257439"/>
              <a:gd name="connsiteX70" fmla="*/ 4602347 w 5004044"/>
              <a:gd name="connsiteY70" fmla="*/ 2836976 h 4257439"/>
              <a:gd name="connsiteX71" fmla="*/ 4516285 w 5004044"/>
              <a:gd name="connsiteY71" fmla="*/ 2954642 h 4257439"/>
              <a:gd name="connsiteX72" fmla="*/ 4414507 w 5004044"/>
              <a:gd name="connsiteY72" fmla="*/ 3086467 h 4257439"/>
              <a:gd name="connsiteX73" fmla="*/ 2327617 w 5004044"/>
              <a:gd name="connsiteY73" fmla="*/ 4253752 h 4257439"/>
              <a:gd name="connsiteX74" fmla="*/ 1214971 w 5004044"/>
              <a:gd name="connsiteY74" fmla="*/ 4203137 h 4257439"/>
              <a:gd name="connsiteX75" fmla="*/ 894535 w 5004044"/>
              <a:gd name="connsiteY75" fmla="*/ 4109150 h 4257439"/>
              <a:gd name="connsiteX76" fmla="*/ 781596 w 5004044"/>
              <a:gd name="connsiteY76" fmla="*/ 3991505 h 4257439"/>
              <a:gd name="connsiteX77" fmla="*/ 742373 w 5004044"/>
              <a:gd name="connsiteY77" fmla="*/ 3959843 h 4257439"/>
              <a:gd name="connsiteX78" fmla="*/ 646723 w 5004044"/>
              <a:gd name="connsiteY78" fmla="*/ 3926438 h 4257439"/>
              <a:gd name="connsiteX79" fmla="*/ 478839 w 5004044"/>
              <a:gd name="connsiteY79" fmla="*/ 3847272 h 4257439"/>
              <a:gd name="connsiteX80" fmla="*/ 537744 w 5004044"/>
              <a:gd name="connsiteY80" fmla="*/ 3812205 h 4257439"/>
              <a:gd name="connsiteX81" fmla="*/ 712950 w 5004044"/>
              <a:gd name="connsiteY81" fmla="*/ 3847065 h 4257439"/>
              <a:gd name="connsiteX82" fmla="*/ 839053 w 5004044"/>
              <a:gd name="connsiteY82" fmla="*/ 3842201 h 4257439"/>
              <a:gd name="connsiteX83" fmla="*/ 657388 w 5004044"/>
              <a:gd name="connsiteY83" fmla="*/ 3759142 h 4257439"/>
              <a:gd name="connsiteX84" fmla="*/ 479902 w 5004044"/>
              <a:gd name="connsiteY84" fmla="*/ 3640872 h 4257439"/>
              <a:gd name="connsiteX85" fmla="*/ 612982 w 5004044"/>
              <a:gd name="connsiteY85" fmla="*/ 3646162 h 4257439"/>
              <a:gd name="connsiteX86" fmla="*/ 617779 w 5004044"/>
              <a:gd name="connsiteY86" fmla="*/ 3625073 h 4257439"/>
              <a:gd name="connsiteX87" fmla="*/ 495792 w 5004044"/>
              <a:gd name="connsiteY87" fmla="*/ 3468542 h 4257439"/>
              <a:gd name="connsiteX88" fmla="*/ 436221 w 5004044"/>
              <a:gd name="connsiteY88" fmla="*/ 3407261 h 4257439"/>
              <a:gd name="connsiteX89" fmla="*/ 172652 w 5004044"/>
              <a:gd name="connsiteY89" fmla="*/ 3237768 h 4257439"/>
              <a:gd name="connsiteX90" fmla="*/ 417805 w 5004044"/>
              <a:gd name="connsiteY90" fmla="*/ 3290959 h 4257439"/>
              <a:gd name="connsiteX91" fmla="*/ 159629 w 5004044"/>
              <a:gd name="connsiteY91" fmla="*/ 3126522 h 4257439"/>
              <a:gd name="connsiteX92" fmla="*/ 35515 w 5004044"/>
              <a:gd name="connsiteY92" fmla="*/ 3070942 h 4257439"/>
              <a:gd name="connsiteX93" fmla="*/ 3001 w 5004044"/>
              <a:gd name="connsiteY93" fmla="*/ 3030820 h 4257439"/>
              <a:gd name="connsiteX94" fmla="*/ 56337 w 5004044"/>
              <a:gd name="connsiteY94" fmla="*/ 3011602 h 4257439"/>
              <a:gd name="connsiteX95" fmla="*/ 221626 w 5004044"/>
              <a:gd name="connsiteY95" fmla="*/ 3000137 h 4257439"/>
              <a:gd name="connsiteX96" fmla="*/ 12079 w 5004044"/>
              <a:gd name="connsiteY96" fmla="*/ 2895750 h 4257439"/>
              <a:gd name="connsiteX97" fmla="*/ 165389 w 5004044"/>
              <a:gd name="connsiteY97" fmla="*/ 2890511 h 4257439"/>
              <a:gd name="connsiteX98" fmla="*/ 206743 w 5004044"/>
              <a:gd name="connsiteY98" fmla="*/ 2827546 h 4257439"/>
              <a:gd name="connsiteX99" fmla="*/ 273631 w 5004044"/>
              <a:gd name="connsiteY99" fmla="*/ 2725917 h 4257439"/>
              <a:gd name="connsiteX100" fmla="*/ 320364 w 5004044"/>
              <a:gd name="connsiteY100" fmla="*/ 2667696 h 4257439"/>
              <a:gd name="connsiteX101" fmla="*/ 334074 w 5004044"/>
              <a:gd name="connsiteY101" fmla="*/ 2507770 h 4257439"/>
              <a:gd name="connsiteX102" fmla="*/ 284207 w 5004044"/>
              <a:gd name="connsiteY102" fmla="*/ 2344516 h 4257439"/>
              <a:gd name="connsiteX103" fmla="*/ 166166 w 5004044"/>
              <a:gd name="connsiteY103" fmla="*/ 2278376 h 4257439"/>
              <a:gd name="connsiteX104" fmla="*/ 194891 w 5004044"/>
              <a:gd name="connsiteY104" fmla="*/ 2175576 h 4257439"/>
              <a:gd name="connsiteX105" fmla="*/ 440332 w 5004044"/>
              <a:gd name="connsiteY105" fmla="*/ 2191712 h 4257439"/>
              <a:gd name="connsiteX106" fmla="*/ 63051 w 5004044"/>
              <a:gd name="connsiteY106" fmla="*/ 1942979 h 4257439"/>
              <a:gd name="connsiteX107" fmla="*/ 123612 w 5004044"/>
              <a:gd name="connsiteY107" fmla="*/ 1920903 h 4257439"/>
              <a:gd name="connsiteX108" fmla="*/ 120386 w 5004044"/>
              <a:gd name="connsiteY108" fmla="*/ 1903128 h 4257439"/>
              <a:gd name="connsiteX109" fmla="*/ 119318 w 5004044"/>
              <a:gd name="connsiteY109" fmla="*/ 1791355 h 4257439"/>
              <a:gd name="connsiteX110" fmla="*/ 127081 w 5004044"/>
              <a:gd name="connsiteY110" fmla="*/ 1738431 h 4257439"/>
              <a:gd name="connsiteX111" fmla="*/ 108310 w 5004044"/>
              <a:gd name="connsiteY111" fmla="*/ 1682600 h 4257439"/>
              <a:gd name="connsiteX112" fmla="*/ 385468 w 5004044"/>
              <a:gd name="connsiteY112" fmla="*/ 1739315 h 4257439"/>
              <a:gd name="connsiteX113" fmla="*/ 599777 w 5004044"/>
              <a:gd name="connsiteY113" fmla="*/ 1722044 h 4257439"/>
              <a:gd name="connsiteX114" fmla="*/ 593006 w 5004044"/>
              <a:gd name="connsiteY114" fmla="*/ 1716597 h 4257439"/>
              <a:gd name="connsiteX115" fmla="*/ 485736 w 5004044"/>
              <a:gd name="connsiteY115" fmla="*/ 1591625 h 4257439"/>
              <a:gd name="connsiteX116" fmla="*/ 481534 w 5004044"/>
              <a:gd name="connsiteY116" fmla="*/ 1588888 h 4257439"/>
              <a:gd name="connsiteX117" fmla="*/ 461623 w 5004044"/>
              <a:gd name="connsiteY117" fmla="*/ 1569314 h 4257439"/>
              <a:gd name="connsiteX118" fmla="*/ 441172 w 5004044"/>
              <a:gd name="connsiteY118" fmla="*/ 1549836 h 4257439"/>
              <a:gd name="connsiteX119" fmla="*/ 438173 w 5004044"/>
              <a:gd name="connsiteY119" fmla="*/ 1549732 h 4257439"/>
              <a:gd name="connsiteX120" fmla="*/ 409482 w 5004044"/>
              <a:gd name="connsiteY120" fmla="*/ 1509886 h 4257439"/>
              <a:gd name="connsiteX121" fmla="*/ 401143 w 5004044"/>
              <a:gd name="connsiteY121" fmla="*/ 1480995 h 4257439"/>
              <a:gd name="connsiteX122" fmla="*/ 370772 w 5004044"/>
              <a:gd name="connsiteY122" fmla="*/ 1452514 h 4257439"/>
              <a:gd name="connsiteX123" fmla="*/ 339699 w 5004044"/>
              <a:gd name="connsiteY123" fmla="*/ 1426688 h 4257439"/>
              <a:gd name="connsiteX124" fmla="*/ 265593 w 5004044"/>
              <a:gd name="connsiteY124" fmla="*/ 1412885 h 4257439"/>
              <a:gd name="connsiteX125" fmla="*/ 215085 w 5004044"/>
              <a:gd name="connsiteY125" fmla="*/ 1372144 h 4257439"/>
              <a:gd name="connsiteX126" fmla="*/ 274865 w 5004044"/>
              <a:gd name="connsiteY126" fmla="*/ 1375825 h 4257439"/>
              <a:gd name="connsiteX127" fmla="*/ 219220 w 5004044"/>
              <a:gd name="connsiteY127" fmla="*/ 1329666 h 4257439"/>
              <a:gd name="connsiteX128" fmla="*/ 187322 w 5004044"/>
              <a:gd name="connsiteY128" fmla="*/ 1278682 h 4257439"/>
              <a:gd name="connsiteX129" fmla="*/ 189878 w 5004044"/>
              <a:gd name="connsiteY129" fmla="*/ 1262417 h 4257439"/>
              <a:gd name="connsiteX130" fmla="*/ 204036 w 5004044"/>
              <a:gd name="connsiteY130" fmla="*/ 1262449 h 4257439"/>
              <a:gd name="connsiteX131" fmla="*/ 256133 w 5004044"/>
              <a:gd name="connsiteY131" fmla="*/ 1295950 h 4257439"/>
              <a:gd name="connsiteX132" fmla="*/ 323760 w 5004044"/>
              <a:gd name="connsiteY132" fmla="*/ 1342208 h 4257439"/>
              <a:gd name="connsiteX133" fmla="*/ 219957 w 5004044"/>
              <a:gd name="connsiteY133" fmla="*/ 1252997 h 4257439"/>
              <a:gd name="connsiteX134" fmla="*/ 145267 w 5004044"/>
              <a:gd name="connsiteY134" fmla="*/ 1188376 h 4257439"/>
              <a:gd name="connsiteX135" fmla="*/ 127649 w 5004044"/>
              <a:gd name="connsiteY135" fmla="*/ 1140248 h 4257439"/>
              <a:gd name="connsiteX136" fmla="*/ 133301 w 5004044"/>
              <a:gd name="connsiteY136" fmla="*/ 1126283 h 4257439"/>
              <a:gd name="connsiteX137" fmla="*/ 144665 w 5004044"/>
              <a:gd name="connsiteY137" fmla="*/ 1130919 h 4257439"/>
              <a:gd name="connsiteX138" fmla="*/ 154924 w 5004044"/>
              <a:gd name="connsiteY138" fmla="*/ 1141443 h 4257439"/>
              <a:gd name="connsiteX139" fmla="*/ 263706 w 5004044"/>
              <a:gd name="connsiteY139" fmla="*/ 1219972 h 4257439"/>
              <a:gd name="connsiteX140" fmla="*/ 423231 w 5004044"/>
              <a:gd name="connsiteY140" fmla="*/ 1325916 h 4257439"/>
              <a:gd name="connsiteX141" fmla="*/ 486543 w 5004044"/>
              <a:gd name="connsiteY141" fmla="*/ 1341940 h 4257439"/>
              <a:gd name="connsiteX142" fmla="*/ 305459 w 5004044"/>
              <a:gd name="connsiteY142" fmla="*/ 1191095 h 4257439"/>
              <a:gd name="connsiteX143" fmla="*/ 165967 w 5004044"/>
              <a:gd name="connsiteY143" fmla="*/ 995271 h 4257439"/>
              <a:gd name="connsiteX144" fmla="*/ 148803 w 5004044"/>
              <a:gd name="connsiteY144" fmla="*/ 982487 h 4257439"/>
              <a:gd name="connsiteX145" fmla="*/ 142975 w 5004044"/>
              <a:gd name="connsiteY145" fmla="*/ 973711 h 4257439"/>
              <a:gd name="connsiteX146" fmla="*/ 107228 w 5004044"/>
              <a:gd name="connsiteY146" fmla="*/ 903165 h 4257439"/>
              <a:gd name="connsiteX147" fmla="*/ 103961 w 5004044"/>
              <a:gd name="connsiteY147" fmla="*/ 884449 h 4257439"/>
              <a:gd name="connsiteX148" fmla="*/ 105398 w 5004044"/>
              <a:gd name="connsiteY148" fmla="*/ 848773 h 4257439"/>
              <a:gd name="connsiteX149" fmla="*/ 96106 w 5004044"/>
              <a:gd name="connsiteY149" fmla="*/ 829222 h 4257439"/>
              <a:gd name="connsiteX150" fmla="*/ 95233 w 5004044"/>
              <a:gd name="connsiteY150" fmla="*/ 815459 h 4257439"/>
              <a:gd name="connsiteX151" fmla="*/ 108754 w 5004044"/>
              <a:gd name="connsiteY151" fmla="*/ 813390 h 4257439"/>
              <a:gd name="connsiteX152" fmla="*/ 149184 w 5004044"/>
              <a:gd name="connsiteY152" fmla="*/ 854012 h 4257439"/>
              <a:gd name="connsiteX153" fmla="*/ 169922 w 5004044"/>
              <a:gd name="connsiteY153" fmla="*/ 855094 h 4257439"/>
              <a:gd name="connsiteX154" fmla="*/ 194734 w 5004044"/>
              <a:gd name="connsiteY154" fmla="*/ 849766 h 4257439"/>
              <a:gd name="connsiteX155" fmla="*/ 204833 w 5004044"/>
              <a:gd name="connsiteY155" fmla="*/ 862849 h 4257439"/>
              <a:gd name="connsiteX156" fmla="*/ 262674 w 5004044"/>
              <a:gd name="connsiteY156" fmla="*/ 921903 h 4257439"/>
              <a:gd name="connsiteX157" fmla="*/ 302202 w 5004044"/>
              <a:gd name="connsiteY157" fmla="*/ 923150 h 4257439"/>
              <a:gd name="connsiteX158" fmla="*/ 270912 w 5004044"/>
              <a:gd name="connsiteY158" fmla="*/ 917286 h 4257439"/>
              <a:gd name="connsiteX159" fmla="*/ 262498 w 5004044"/>
              <a:gd name="connsiteY159" fmla="*/ 899162 h 4257439"/>
              <a:gd name="connsiteX160" fmla="*/ 261759 w 5004044"/>
              <a:gd name="connsiteY160" fmla="*/ 882214 h 4257439"/>
              <a:gd name="connsiteX161" fmla="*/ 216117 w 5004044"/>
              <a:gd name="connsiteY161" fmla="*/ 846941 h 4257439"/>
              <a:gd name="connsiteX162" fmla="*/ 211969 w 5004044"/>
              <a:gd name="connsiteY162" fmla="*/ 845458 h 4257439"/>
              <a:gd name="connsiteX163" fmla="*/ 202383 w 5004044"/>
              <a:gd name="connsiteY163" fmla="*/ 831653 h 4257439"/>
              <a:gd name="connsiteX164" fmla="*/ 217302 w 5004044"/>
              <a:gd name="connsiteY164" fmla="*/ 817950 h 4257439"/>
              <a:gd name="connsiteX165" fmla="*/ 258185 w 5004044"/>
              <a:gd name="connsiteY165" fmla="*/ 825283 h 4257439"/>
              <a:gd name="connsiteX166" fmla="*/ 339019 w 5004044"/>
              <a:gd name="connsiteY166" fmla="*/ 887237 h 4257439"/>
              <a:gd name="connsiteX167" fmla="*/ 455541 w 5004044"/>
              <a:gd name="connsiteY167" fmla="*/ 987171 h 4257439"/>
              <a:gd name="connsiteX168" fmla="*/ 839737 w 5004044"/>
              <a:gd name="connsiteY168" fmla="*/ 1232154 h 4257439"/>
              <a:gd name="connsiteX169" fmla="*/ 987251 w 5004044"/>
              <a:gd name="connsiteY169" fmla="*/ 1312386 h 4257439"/>
              <a:gd name="connsiteX170" fmla="*/ 987828 w 5004044"/>
              <a:gd name="connsiteY170" fmla="*/ 1306906 h 4257439"/>
              <a:gd name="connsiteX171" fmla="*/ 987609 w 5004044"/>
              <a:gd name="connsiteY171" fmla="*/ 1301885 h 4257439"/>
              <a:gd name="connsiteX172" fmla="*/ 883773 w 5004044"/>
              <a:gd name="connsiteY172" fmla="*/ 1249366 h 4257439"/>
              <a:gd name="connsiteX173" fmla="*/ 658689 w 5004044"/>
              <a:gd name="connsiteY173" fmla="*/ 1075926 h 4257439"/>
              <a:gd name="connsiteX174" fmla="*/ 639221 w 5004044"/>
              <a:gd name="connsiteY174" fmla="*/ 1072721 h 4257439"/>
              <a:gd name="connsiteX175" fmla="*/ 607837 w 5004044"/>
              <a:gd name="connsiteY175" fmla="*/ 1046001 h 4257439"/>
              <a:gd name="connsiteX176" fmla="*/ 604057 w 5004044"/>
              <a:gd name="connsiteY176" fmla="*/ 1028006 h 4257439"/>
              <a:gd name="connsiteX177" fmla="*/ 535068 w 5004044"/>
              <a:gd name="connsiteY177" fmla="*/ 963012 h 4257439"/>
              <a:gd name="connsiteX178" fmla="*/ 398492 w 5004044"/>
              <a:gd name="connsiteY178" fmla="*/ 852702 h 4257439"/>
              <a:gd name="connsiteX179" fmla="*/ 370407 w 5004044"/>
              <a:gd name="connsiteY179" fmla="*/ 808003 h 4257439"/>
              <a:gd name="connsiteX180" fmla="*/ 373637 w 5004044"/>
              <a:gd name="connsiteY180" fmla="*/ 788457 h 4257439"/>
              <a:gd name="connsiteX181" fmla="*/ 388957 w 5004044"/>
              <a:gd name="connsiteY181" fmla="*/ 790181 h 4257439"/>
              <a:gd name="connsiteX182" fmla="*/ 445569 w 5004044"/>
              <a:gd name="connsiteY182" fmla="*/ 827313 h 4257439"/>
              <a:gd name="connsiteX183" fmla="*/ 503344 w 5004044"/>
              <a:gd name="connsiteY183" fmla="*/ 866138 h 4257439"/>
              <a:gd name="connsiteX184" fmla="*/ 497988 w 5004044"/>
              <a:gd name="connsiteY184" fmla="*/ 855698 h 4257439"/>
              <a:gd name="connsiteX185" fmla="*/ 395068 w 5004044"/>
              <a:gd name="connsiteY185" fmla="*/ 774238 h 4257439"/>
              <a:gd name="connsiteX186" fmla="*/ 321225 w 5004044"/>
              <a:gd name="connsiteY186" fmla="*/ 704090 h 4257439"/>
              <a:gd name="connsiteX187" fmla="*/ 310772 w 5004044"/>
              <a:gd name="connsiteY187" fmla="*/ 664187 h 4257439"/>
              <a:gd name="connsiteX188" fmla="*/ 316776 w 5004044"/>
              <a:gd name="connsiteY188" fmla="*/ 652057 h 4257439"/>
              <a:gd name="connsiteX189" fmla="*/ 326167 w 5004044"/>
              <a:gd name="connsiteY189" fmla="*/ 655144 h 4257439"/>
              <a:gd name="connsiteX190" fmla="*/ 339819 w 5004044"/>
              <a:gd name="connsiteY190" fmla="*/ 668549 h 4257439"/>
              <a:gd name="connsiteX191" fmla="*/ 435653 w 5004044"/>
              <a:gd name="connsiteY191" fmla="*/ 737342 h 4257439"/>
              <a:gd name="connsiteX192" fmla="*/ 594518 w 5004044"/>
              <a:gd name="connsiteY192" fmla="*/ 846882 h 4257439"/>
              <a:gd name="connsiteX193" fmla="*/ 665142 w 5004044"/>
              <a:gd name="connsiteY193" fmla="*/ 868257 h 4257439"/>
              <a:gd name="connsiteX194" fmla="*/ 660802 w 5004044"/>
              <a:gd name="connsiteY194" fmla="*/ 862382 h 4257439"/>
              <a:gd name="connsiteX195" fmla="*/ 499505 w 5004044"/>
              <a:gd name="connsiteY195" fmla="*/ 728286 h 4257439"/>
              <a:gd name="connsiteX196" fmla="*/ 345927 w 5004044"/>
              <a:gd name="connsiteY196" fmla="*/ 515339 h 4257439"/>
              <a:gd name="connsiteX197" fmla="*/ 338588 w 5004044"/>
              <a:gd name="connsiteY197" fmla="*/ 509361 h 4257439"/>
              <a:gd name="connsiteX198" fmla="*/ 327339 w 5004044"/>
              <a:gd name="connsiteY198" fmla="*/ 494900 h 4257439"/>
              <a:gd name="connsiteX199" fmla="*/ 303055 w 5004044"/>
              <a:gd name="connsiteY199" fmla="*/ 437512 h 4257439"/>
              <a:gd name="connsiteX200" fmla="*/ 292117 w 5004044"/>
              <a:gd name="connsiteY200" fmla="*/ 398959 h 4257439"/>
              <a:gd name="connsiteX201" fmla="*/ 292417 w 5004044"/>
              <a:gd name="connsiteY201" fmla="*/ 380879 h 4257439"/>
              <a:gd name="connsiteX202" fmla="*/ 280259 w 5004044"/>
              <a:gd name="connsiteY202" fmla="*/ 358039 h 4257439"/>
              <a:gd name="connsiteX203" fmla="*/ 277426 w 5004044"/>
              <a:gd name="connsiteY203" fmla="*/ 343041 h 4257439"/>
              <a:gd name="connsiteX204" fmla="*/ 292014 w 5004044"/>
              <a:gd name="connsiteY204" fmla="*/ 340466 h 4257439"/>
              <a:gd name="connsiteX205" fmla="*/ 333039 w 5004044"/>
              <a:gd name="connsiteY205" fmla="*/ 382248 h 4257439"/>
              <a:gd name="connsiteX206" fmla="*/ 352439 w 5004044"/>
              <a:gd name="connsiteY206" fmla="*/ 383884 h 4257439"/>
              <a:gd name="connsiteX207" fmla="*/ 381981 w 5004044"/>
              <a:gd name="connsiteY207" fmla="*/ 380883 h 4257439"/>
              <a:gd name="connsiteX208" fmla="*/ 402615 w 5004044"/>
              <a:gd name="connsiteY208" fmla="*/ 410767 h 4257439"/>
              <a:gd name="connsiteX209" fmla="*/ 488827 w 5004044"/>
              <a:gd name="connsiteY209" fmla="*/ 452479 h 4257439"/>
              <a:gd name="connsiteX210" fmla="*/ 453360 w 5004044"/>
              <a:gd name="connsiteY210" fmla="*/ 444507 h 4257439"/>
              <a:gd name="connsiteX211" fmla="*/ 444814 w 5004044"/>
              <a:gd name="connsiteY211" fmla="*/ 429568 h 4257439"/>
              <a:gd name="connsiteX212" fmla="*/ 442720 w 5004044"/>
              <a:gd name="connsiteY212" fmla="*/ 406534 h 4257439"/>
              <a:gd name="connsiteX213" fmla="*/ 399647 w 5004044"/>
              <a:gd name="connsiteY213" fmla="*/ 373970 h 4257439"/>
              <a:gd name="connsiteX214" fmla="*/ 390458 w 5004044"/>
              <a:gd name="connsiteY214" fmla="*/ 369266 h 4257439"/>
              <a:gd name="connsiteX215" fmla="*/ 384776 w 5004044"/>
              <a:gd name="connsiteY215" fmla="*/ 357618 h 4257439"/>
              <a:gd name="connsiteX216" fmla="*/ 395456 w 5004044"/>
              <a:gd name="connsiteY216" fmla="*/ 346561 h 4257439"/>
              <a:gd name="connsiteX217" fmla="*/ 409490 w 5004044"/>
              <a:gd name="connsiteY217" fmla="*/ 343767 h 4257439"/>
              <a:gd name="connsiteX218" fmla="*/ 459406 w 5004044"/>
              <a:gd name="connsiteY218" fmla="*/ 364686 h 4257439"/>
              <a:gd name="connsiteX219" fmla="*/ 603593 w 5004044"/>
              <a:gd name="connsiteY219" fmla="*/ 487253 h 4257439"/>
              <a:gd name="connsiteX220" fmla="*/ 758457 w 5004044"/>
              <a:gd name="connsiteY220" fmla="*/ 592438 h 4257439"/>
              <a:gd name="connsiteX221" fmla="*/ 1126835 w 5004044"/>
              <a:gd name="connsiteY221" fmla="*/ 818073 h 4257439"/>
              <a:gd name="connsiteX222" fmla="*/ 1748686 w 5004044"/>
              <a:gd name="connsiteY222" fmla="*/ 913256 h 4257439"/>
              <a:gd name="connsiteX223" fmla="*/ 2345605 w 5004044"/>
              <a:gd name="connsiteY223" fmla="*/ 842682 h 4257439"/>
              <a:gd name="connsiteX224" fmla="*/ 2430665 w 5004044"/>
              <a:gd name="connsiteY224" fmla="*/ 833044 h 4257439"/>
              <a:gd name="connsiteX225" fmla="*/ 3874549 w 5004044"/>
              <a:gd name="connsiteY225" fmla="*/ 345713 h 4257439"/>
              <a:gd name="connsiteX226" fmla="*/ 4079914 w 5004044"/>
              <a:gd name="connsiteY226" fmla="*/ 235770 h 4257439"/>
              <a:gd name="connsiteX227" fmla="*/ 4115814 w 5004044"/>
              <a:gd name="connsiteY227" fmla="*/ 249002 h 4257439"/>
              <a:gd name="connsiteX228" fmla="*/ 4129591 w 5004044"/>
              <a:gd name="connsiteY228" fmla="*/ 251735 h 4257439"/>
              <a:gd name="connsiteX229" fmla="*/ 4131313 w 5004044"/>
              <a:gd name="connsiteY229" fmla="*/ 253264 h 4257439"/>
              <a:gd name="connsiteX230" fmla="*/ 4132779 w 5004044"/>
              <a:gd name="connsiteY230" fmla="*/ 252368 h 4257439"/>
              <a:gd name="connsiteX231" fmla="*/ 4129591 w 5004044"/>
              <a:gd name="connsiteY231" fmla="*/ 251735 h 4257439"/>
              <a:gd name="connsiteX232" fmla="*/ 4126781 w 5004044"/>
              <a:gd name="connsiteY232" fmla="*/ 249241 h 4257439"/>
              <a:gd name="connsiteX233" fmla="*/ 4126159 w 5004044"/>
              <a:gd name="connsiteY233" fmla="*/ 241207 h 4257439"/>
              <a:gd name="connsiteX234" fmla="*/ 4145347 w 5004044"/>
              <a:gd name="connsiteY234" fmla="*/ 206824 h 4257439"/>
              <a:gd name="connsiteX235" fmla="*/ 4183377 w 5004044"/>
              <a:gd name="connsiteY235" fmla="*/ 186195 h 4257439"/>
              <a:gd name="connsiteX236" fmla="*/ 4203065 w 5004044"/>
              <a:gd name="connsiteY236" fmla="*/ 194422 h 4257439"/>
              <a:gd name="connsiteX237" fmla="*/ 4228763 w 5004044"/>
              <a:gd name="connsiteY237" fmla="*/ 203170 h 4257439"/>
              <a:gd name="connsiteX238" fmla="*/ 4343373 w 5004044"/>
              <a:gd name="connsiteY238" fmla="*/ 90903 h 4257439"/>
              <a:gd name="connsiteX239" fmla="*/ 4421541 w 5004044"/>
              <a:gd name="connsiteY239" fmla="*/ 10686 h 4257439"/>
              <a:gd name="connsiteX240" fmla="*/ 4437179 w 5004044"/>
              <a:gd name="connsiteY240" fmla="*/ 969 h 4257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004044" h="4257439">
                <a:moveTo>
                  <a:pt x="4996703" y="1884419"/>
                </a:moveTo>
                <a:lnTo>
                  <a:pt x="4999558" y="1895448"/>
                </a:lnTo>
                <a:cubicBezTo>
                  <a:pt x="5005407" y="1925309"/>
                  <a:pt x="5005885" y="1948588"/>
                  <a:pt x="4998919" y="1955002"/>
                </a:cubicBezTo>
                <a:lnTo>
                  <a:pt x="4997257" y="1954563"/>
                </a:lnTo>
                <a:lnTo>
                  <a:pt x="4997288" y="1935420"/>
                </a:lnTo>
                <a:cubicBezTo>
                  <a:pt x="4997241" y="1921584"/>
                  <a:pt x="4997129" y="1908567"/>
                  <a:pt x="4996971" y="1897199"/>
                </a:cubicBezTo>
                <a:close/>
                <a:moveTo>
                  <a:pt x="4995619" y="1855413"/>
                </a:moveTo>
                <a:cubicBezTo>
                  <a:pt x="4995887" y="1856868"/>
                  <a:pt x="4996145" y="1861630"/>
                  <a:pt x="4996377" y="1868871"/>
                </a:cubicBezTo>
                <a:lnTo>
                  <a:pt x="4996703" y="1884419"/>
                </a:lnTo>
                <a:lnTo>
                  <a:pt x="4993479" y="1871969"/>
                </a:lnTo>
                <a:lnTo>
                  <a:pt x="4994448" y="1857988"/>
                </a:lnTo>
                <a:cubicBezTo>
                  <a:pt x="4994836" y="1854434"/>
                  <a:pt x="4995221" y="1853309"/>
                  <a:pt x="4995619" y="1855413"/>
                </a:cubicBezTo>
                <a:close/>
                <a:moveTo>
                  <a:pt x="561880" y="1402651"/>
                </a:moveTo>
                <a:cubicBezTo>
                  <a:pt x="561124" y="1404050"/>
                  <a:pt x="560098" y="1405494"/>
                  <a:pt x="559343" y="1406893"/>
                </a:cubicBezTo>
                <a:cubicBezTo>
                  <a:pt x="564992" y="1411590"/>
                  <a:pt x="570885" y="1415610"/>
                  <a:pt x="576521" y="1419992"/>
                </a:cubicBezTo>
                <a:cubicBezTo>
                  <a:pt x="583100" y="1421044"/>
                  <a:pt x="589950" y="1422050"/>
                  <a:pt x="596259" y="1423150"/>
                </a:cubicBezTo>
                <a:cubicBezTo>
                  <a:pt x="584800" y="1416317"/>
                  <a:pt x="573340" y="1409483"/>
                  <a:pt x="561880" y="1402651"/>
                </a:cubicBezTo>
                <a:close/>
                <a:moveTo>
                  <a:pt x="741490" y="927208"/>
                </a:moveTo>
                <a:cubicBezTo>
                  <a:pt x="799034" y="985684"/>
                  <a:pt x="870087" y="1023113"/>
                  <a:pt x="944973" y="1054807"/>
                </a:cubicBezTo>
                <a:cubicBezTo>
                  <a:pt x="945998" y="1053361"/>
                  <a:pt x="946754" y="1051963"/>
                  <a:pt x="947781" y="1050516"/>
                </a:cubicBezTo>
                <a:cubicBezTo>
                  <a:pt x="879021" y="1009518"/>
                  <a:pt x="810249" y="968207"/>
                  <a:pt x="741490" y="927208"/>
                </a:cubicBezTo>
                <a:close/>
                <a:moveTo>
                  <a:pt x="4437179" y="969"/>
                </a:moveTo>
                <a:cubicBezTo>
                  <a:pt x="4443841" y="3904"/>
                  <a:pt x="4445992" y="9534"/>
                  <a:pt x="4444201" y="18389"/>
                </a:cubicBezTo>
                <a:cubicBezTo>
                  <a:pt x="4441695" y="29585"/>
                  <a:pt x="4436433" y="40002"/>
                  <a:pt x="4430319" y="49621"/>
                </a:cubicBezTo>
                <a:cubicBezTo>
                  <a:pt x="4401802" y="94822"/>
                  <a:pt x="4415372" y="106342"/>
                  <a:pt x="4455614" y="105249"/>
                </a:cubicBezTo>
                <a:cubicBezTo>
                  <a:pt x="4491507" y="104290"/>
                  <a:pt x="4527369" y="96378"/>
                  <a:pt x="4563529" y="89046"/>
                </a:cubicBezTo>
                <a:cubicBezTo>
                  <a:pt x="4581331" y="85271"/>
                  <a:pt x="4582237" y="87326"/>
                  <a:pt x="4575967" y="105828"/>
                </a:cubicBezTo>
                <a:cubicBezTo>
                  <a:pt x="4565867" y="136392"/>
                  <a:pt x="4565181" y="164346"/>
                  <a:pt x="4581177" y="187773"/>
                </a:cubicBezTo>
                <a:cubicBezTo>
                  <a:pt x="4584949" y="193117"/>
                  <a:pt x="4587668" y="199279"/>
                  <a:pt x="4586660" y="207364"/>
                </a:cubicBezTo>
                <a:cubicBezTo>
                  <a:pt x="4582114" y="240426"/>
                  <a:pt x="4591735" y="267509"/>
                  <a:pt x="4601641" y="294858"/>
                </a:cubicBezTo>
                <a:cubicBezTo>
                  <a:pt x="4618339" y="340618"/>
                  <a:pt x="4639505" y="382741"/>
                  <a:pt x="4662523" y="423590"/>
                </a:cubicBezTo>
                <a:cubicBezTo>
                  <a:pt x="4678751" y="452354"/>
                  <a:pt x="4689013" y="487863"/>
                  <a:pt x="4724560" y="497719"/>
                </a:cubicBezTo>
                <a:cubicBezTo>
                  <a:pt x="4733099" y="500006"/>
                  <a:pt x="4735915" y="508366"/>
                  <a:pt x="4732841" y="519029"/>
                </a:cubicBezTo>
                <a:cubicBezTo>
                  <a:pt x="4722677" y="554348"/>
                  <a:pt x="4730947" y="581670"/>
                  <a:pt x="4749643" y="604622"/>
                </a:cubicBezTo>
                <a:cubicBezTo>
                  <a:pt x="4756255" y="612626"/>
                  <a:pt x="4753773" y="618125"/>
                  <a:pt x="4744753" y="623512"/>
                </a:cubicBezTo>
                <a:cubicBezTo>
                  <a:pt x="4734394" y="629453"/>
                  <a:pt x="4726335" y="638149"/>
                  <a:pt x="4720006" y="649070"/>
                </a:cubicBezTo>
                <a:cubicBezTo>
                  <a:pt x="4709614" y="666719"/>
                  <a:pt x="4704721" y="685611"/>
                  <a:pt x="4700653" y="704672"/>
                </a:cubicBezTo>
                <a:cubicBezTo>
                  <a:pt x="4694336" y="734569"/>
                  <a:pt x="4686883" y="763401"/>
                  <a:pt x="4662297" y="786401"/>
                </a:cubicBezTo>
                <a:cubicBezTo>
                  <a:pt x="4654979" y="793386"/>
                  <a:pt x="4649109" y="802330"/>
                  <a:pt x="4642954" y="811006"/>
                </a:cubicBezTo>
                <a:cubicBezTo>
                  <a:pt x="4644917" y="818566"/>
                  <a:pt x="4649771" y="823719"/>
                  <a:pt x="4658781" y="824342"/>
                </a:cubicBezTo>
                <a:cubicBezTo>
                  <a:pt x="4716129" y="828453"/>
                  <a:pt x="4713587" y="870017"/>
                  <a:pt x="4713981" y="916441"/>
                </a:cubicBezTo>
                <a:cubicBezTo>
                  <a:pt x="4714583" y="973897"/>
                  <a:pt x="4682235" y="1006173"/>
                  <a:pt x="4642145" y="1035706"/>
                </a:cubicBezTo>
                <a:cubicBezTo>
                  <a:pt x="4628425" y="1045718"/>
                  <a:pt x="4608421" y="1048933"/>
                  <a:pt x="4604059" y="1073741"/>
                </a:cubicBezTo>
                <a:cubicBezTo>
                  <a:pt x="4628007" y="1092285"/>
                  <a:pt x="4655309" y="1069123"/>
                  <a:pt x="4680437" y="1071013"/>
                </a:cubicBezTo>
                <a:cubicBezTo>
                  <a:pt x="4701201" y="1072723"/>
                  <a:pt x="4734847" y="1063938"/>
                  <a:pt x="4708843" y="1110593"/>
                </a:cubicBezTo>
                <a:cubicBezTo>
                  <a:pt x="4701273" y="1124265"/>
                  <a:pt x="4711111" y="1131384"/>
                  <a:pt x="4721433" y="1130828"/>
                </a:cubicBezTo>
                <a:cubicBezTo>
                  <a:pt x="4805036" y="1125241"/>
                  <a:pt x="4770374" y="1216755"/>
                  <a:pt x="4799050" y="1256288"/>
                </a:cubicBezTo>
                <a:cubicBezTo>
                  <a:pt x="4807135" y="1266880"/>
                  <a:pt x="4800233" y="1289605"/>
                  <a:pt x="4788849" y="1296992"/>
                </a:cubicBezTo>
                <a:cubicBezTo>
                  <a:pt x="4716605" y="1344534"/>
                  <a:pt x="4710171" y="1427902"/>
                  <a:pt x="4677593" y="1504814"/>
                </a:cubicBezTo>
                <a:cubicBezTo>
                  <a:pt x="4717444" y="1525929"/>
                  <a:pt x="4764171" y="1523690"/>
                  <a:pt x="4806838" y="1534504"/>
                </a:cubicBezTo>
                <a:cubicBezTo>
                  <a:pt x="4851155" y="1545658"/>
                  <a:pt x="4851771" y="1559782"/>
                  <a:pt x="4818253" y="1621364"/>
                </a:cubicBezTo>
                <a:cubicBezTo>
                  <a:pt x="4912245" y="1616790"/>
                  <a:pt x="4912245" y="1616790"/>
                  <a:pt x="4887405" y="1708784"/>
                </a:cubicBezTo>
                <a:cubicBezTo>
                  <a:pt x="4926883" y="1705769"/>
                  <a:pt x="4965617" y="1779266"/>
                  <a:pt x="4987017" y="1847008"/>
                </a:cubicBezTo>
                <a:lnTo>
                  <a:pt x="4993479" y="1871969"/>
                </a:lnTo>
                <a:lnTo>
                  <a:pt x="4993260" y="1875137"/>
                </a:lnTo>
                <a:cubicBezTo>
                  <a:pt x="4992440" y="1890359"/>
                  <a:pt x="4991543" y="1912093"/>
                  <a:pt x="4990437" y="1933934"/>
                </a:cubicBezTo>
                <a:lnTo>
                  <a:pt x="4989378" y="1952477"/>
                </a:lnTo>
                <a:lnTo>
                  <a:pt x="4982628" y="1950690"/>
                </a:lnTo>
                <a:cubicBezTo>
                  <a:pt x="4977177" y="1945881"/>
                  <a:pt x="4973287" y="1944057"/>
                  <a:pt x="4970479" y="1944168"/>
                </a:cubicBezTo>
                <a:cubicBezTo>
                  <a:pt x="4962059" y="1944498"/>
                  <a:pt x="4963394" y="1962230"/>
                  <a:pt x="4961645" y="1968944"/>
                </a:cubicBezTo>
                <a:cubicBezTo>
                  <a:pt x="4955769" y="1990222"/>
                  <a:pt x="4970405" y="2001239"/>
                  <a:pt x="4980262" y="2014997"/>
                </a:cubicBezTo>
                <a:cubicBezTo>
                  <a:pt x="4983953" y="2020039"/>
                  <a:pt x="4986587" y="1996490"/>
                  <a:pt x="4988607" y="1965973"/>
                </a:cubicBezTo>
                <a:lnTo>
                  <a:pt x="4989378" y="1952477"/>
                </a:lnTo>
                <a:lnTo>
                  <a:pt x="4997257" y="1954563"/>
                </a:lnTo>
                <a:lnTo>
                  <a:pt x="4997217" y="1978557"/>
                </a:lnTo>
                <a:cubicBezTo>
                  <a:pt x="4996813" y="2037141"/>
                  <a:pt x="4995076" y="2095563"/>
                  <a:pt x="4990810" y="2100744"/>
                </a:cubicBezTo>
                <a:cubicBezTo>
                  <a:pt x="4945575" y="2155854"/>
                  <a:pt x="4978545" y="2256304"/>
                  <a:pt x="4889713" y="2285583"/>
                </a:cubicBezTo>
                <a:cubicBezTo>
                  <a:pt x="4849735" y="2298967"/>
                  <a:pt x="4831955" y="2340690"/>
                  <a:pt x="4803440" y="2367231"/>
                </a:cubicBezTo>
                <a:cubicBezTo>
                  <a:pt x="4704002" y="2459108"/>
                  <a:pt x="4639535" y="2566320"/>
                  <a:pt x="4613356" y="2702512"/>
                </a:cubicBezTo>
                <a:cubicBezTo>
                  <a:pt x="4606017" y="2740180"/>
                  <a:pt x="4573792" y="2775282"/>
                  <a:pt x="4553563" y="2810797"/>
                </a:cubicBezTo>
                <a:cubicBezTo>
                  <a:pt x="4565127" y="2832476"/>
                  <a:pt x="4619667" y="2772245"/>
                  <a:pt x="4602347" y="2836976"/>
                </a:cubicBezTo>
                <a:cubicBezTo>
                  <a:pt x="4589232" y="2885784"/>
                  <a:pt x="4551577" y="2921212"/>
                  <a:pt x="4516285" y="2954642"/>
                </a:cubicBezTo>
                <a:cubicBezTo>
                  <a:pt x="4475753" y="2992790"/>
                  <a:pt x="4430641" y="3025740"/>
                  <a:pt x="4414507" y="3086467"/>
                </a:cubicBezTo>
                <a:cubicBezTo>
                  <a:pt x="4410989" y="3099423"/>
                  <a:pt x="3564181" y="4149656"/>
                  <a:pt x="2327617" y="4253752"/>
                </a:cubicBezTo>
                <a:cubicBezTo>
                  <a:pt x="2125545" y="4270760"/>
                  <a:pt x="1322624" y="4224619"/>
                  <a:pt x="1214971" y="4203137"/>
                </a:cubicBezTo>
                <a:cubicBezTo>
                  <a:pt x="1104292" y="4180925"/>
                  <a:pt x="1007789" y="4121736"/>
                  <a:pt x="894535" y="4109150"/>
                </a:cubicBezTo>
                <a:cubicBezTo>
                  <a:pt x="834632" y="4102646"/>
                  <a:pt x="776274" y="4081635"/>
                  <a:pt x="781596" y="3991505"/>
                </a:cubicBezTo>
                <a:cubicBezTo>
                  <a:pt x="783201" y="3965920"/>
                  <a:pt x="766642" y="3948284"/>
                  <a:pt x="742373" y="3959843"/>
                </a:cubicBezTo>
                <a:cubicBezTo>
                  <a:pt x="696510" y="3981854"/>
                  <a:pt x="673849" y="3949166"/>
                  <a:pt x="646723" y="3926438"/>
                </a:cubicBezTo>
                <a:cubicBezTo>
                  <a:pt x="598687" y="3886210"/>
                  <a:pt x="552406" y="3842509"/>
                  <a:pt x="478839" y="3847272"/>
                </a:cubicBezTo>
                <a:cubicBezTo>
                  <a:pt x="491215" y="3806501"/>
                  <a:pt x="515519" y="3808222"/>
                  <a:pt x="537744" y="3812205"/>
                </a:cubicBezTo>
                <a:cubicBezTo>
                  <a:pt x="596474" y="3823029"/>
                  <a:pt x="654233" y="3836554"/>
                  <a:pt x="712950" y="3847065"/>
                </a:cubicBezTo>
                <a:cubicBezTo>
                  <a:pt x="751090" y="3853931"/>
                  <a:pt x="789463" y="3866135"/>
                  <a:pt x="839053" y="3842201"/>
                </a:cubicBezTo>
                <a:cubicBezTo>
                  <a:pt x="792472" y="3772935"/>
                  <a:pt x="718132" y="3772458"/>
                  <a:pt x="657388" y="3759142"/>
                </a:cubicBezTo>
                <a:cubicBezTo>
                  <a:pt x="581525" y="3742486"/>
                  <a:pt x="535038" y="3694078"/>
                  <a:pt x="479902" y="3640872"/>
                </a:cubicBezTo>
                <a:cubicBezTo>
                  <a:pt x="534356" y="3616078"/>
                  <a:pt x="570138" y="3656255"/>
                  <a:pt x="612982" y="3646162"/>
                </a:cubicBezTo>
                <a:cubicBezTo>
                  <a:pt x="615057" y="3637572"/>
                  <a:pt x="618333" y="3625291"/>
                  <a:pt x="617779" y="3625073"/>
                </a:cubicBezTo>
                <a:cubicBezTo>
                  <a:pt x="545776" y="3603308"/>
                  <a:pt x="510266" y="3544423"/>
                  <a:pt x="495792" y="3468542"/>
                </a:cubicBezTo>
                <a:cubicBezTo>
                  <a:pt x="488366" y="3429369"/>
                  <a:pt x="462153" y="3421345"/>
                  <a:pt x="436221" y="3407261"/>
                </a:cubicBezTo>
                <a:cubicBezTo>
                  <a:pt x="345019" y="3357258"/>
                  <a:pt x="249255" y="3315018"/>
                  <a:pt x="172652" y="3237768"/>
                </a:cubicBezTo>
                <a:cubicBezTo>
                  <a:pt x="256919" y="3234912"/>
                  <a:pt x="326749" y="3281731"/>
                  <a:pt x="417805" y="3290959"/>
                </a:cubicBezTo>
                <a:cubicBezTo>
                  <a:pt x="341913" y="3205043"/>
                  <a:pt x="246803" y="3171544"/>
                  <a:pt x="159629" y="3126522"/>
                </a:cubicBezTo>
                <a:cubicBezTo>
                  <a:pt x="119806" y="3106035"/>
                  <a:pt x="82625" y="3077492"/>
                  <a:pt x="35515" y="3070942"/>
                </a:cubicBezTo>
                <a:cubicBezTo>
                  <a:pt x="18803" y="3068516"/>
                  <a:pt x="-9231" y="3062395"/>
                  <a:pt x="3001" y="3030820"/>
                </a:cubicBezTo>
                <a:cubicBezTo>
                  <a:pt x="13293" y="3004651"/>
                  <a:pt x="35761" y="3007959"/>
                  <a:pt x="56337" y="3011602"/>
                </a:cubicBezTo>
                <a:cubicBezTo>
                  <a:pt x="105732" y="3020594"/>
                  <a:pt x="155993" y="3012038"/>
                  <a:pt x="221626" y="3000137"/>
                </a:cubicBezTo>
                <a:cubicBezTo>
                  <a:pt x="163022" y="2929831"/>
                  <a:pt x="63027" y="2971519"/>
                  <a:pt x="12079" y="2895750"/>
                </a:cubicBezTo>
                <a:cubicBezTo>
                  <a:pt x="70612" y="2870868"/>
                  <a:pt x="117312" y="2892988"/>
                  <a:pt x="165389" y="2890511"/>
                </a:cubicBezTo>
                <a:cubicBezTo>
                  <a:pt x="208846" y="2888217"/>
                  <a:pt x="219022" y="2871872"/>
                  <a:pt x="206743" y="2827546"/>
                </a:cubicBezTo>
                <a:cubicBezTo>
                  <a:pt x="187666" y="2758486"/>
                  <a:pt x="209823" y="2717255"/>
                  <a:pt x="273631" y="2725917"/>
                </a:cubicBezTo>
                <a:cubicBezTo>
                  <a:pt x="332792" y="2734135"/>
                  <a:pt x="337558" y="2706094"/>
                  <a:pt x="320364" y="2667696"/>
                </a:cubicBezTo>
                <a:cubicBezTo>
                  <a:pt x="295325" y="2611707"/>
                  <a:pt x="318706" y="2561087"/>
                  <a:pt x="334074" y="2507770"/>
                </a:cubicBezTo>
                <a:cubicBezTo>
                  <a:pt x="357219" y="2426828"/>
                  <a:pt x="344229" y="2391168"/>
                  <a:pt x="284207" y="2344516"/>
                </a:cubicBezTo>
                <a:cubicBezTo>
                  <a:pt x="250406" y="2318539"/>
                  <a:pt x="214378" y="2297698"/>
                  <a:pt x="166166" y="2278376"/>
                </a:cubicBezTo>
                <a:cubicBezTo>
                  <a:pt x="273852" y="2244503"/>
                  <a:pt x="158170" y="2213685"/>
                  <a:pt x="194891" y="2175576"/>
                </a:cubicBezTo>
                <a:cubicBezTo>
                  <a:pt x="270782" y="2149213"/>
                  <a:pt x="337571" y="2238633"/>
                  <a:pt x="440332" y="2191712"/>
                </a:cubicBezTo>
                <a:cubicBezTo>
                  <a:pt x="307946" y="2127472"/>
                  <a:pt x="161307" y="2042341"/>
                  <a:pt x="63051" y="1942979"/>
                </a:cubicBezTo>
                <a:cubicBezTo>
                  <a:pt x="83512" y="1912799"/>
                  <a:pt x="105922" y="1933513"/>
                  <a:pt x="123612" y="1920903"/>
                </a:cubicBezTo>
                <a:cubicBezTo>
                  <a:pt x="122527" y="1914768"/>
                  <a:pt x="123751" y="1905381"/>
                  <a:pt x="120386" y="1903128"/>
                </a:cubicBezTo>
                <a:cubicBezTo>
                  <a:pt x="47933" y="1852346"/>
                  <a:pt x="47054" y="1850919"/>
                  <a:pt x="119318" y="1791355"/>
                </a:cubicBezTo>
                <a:cubicBezTo>
                  <a:pt x="144540" y="1770456"/>
                  <a:pt x="141749" y="1756399"/>
                  <a:pt x="127081" y="1738431"/>
                </a:cubicBezTo>
                <a:cubicBezTo>
                  <a:pt x="116725" y="1725710"/>
                  <a:pt x="104020" y="1715301"/>
                  <a:pt x="108310" y="1682600"/>
                </a:cubicBezTo>
                <a:cubicBezTo>
                  <a:pt x="150870" y="1715887"/>
                  <a:pt x="350796" y="1749545"/>
                  <a:pt x="385468" y="1739315"/>
                </a:cubicBezTo>
                <a:cubicBezTo>
                  <a:pt x="424434" y="1727691"/>
                  <a:pt x="558776" y="1718211"/>
                  <a:pt x="599777" y="1722044"/>
                </a:cubicBezTo>
                <a:cubicBezTo>
                  <a:pt x="597521" y="1720227"/>
                  <a:pt x="595263" y="1718413"/>
                  <a:pt x="593006" y="1716597"/>
                </a:cubicBezTo>
                <a:cubicBezTo>
                  <a:pt x="552484" y="1680103"/>
                  <a:pt x="511421" y="1643705"/>
                  <a:pt x="485736" y="1591625"/>
                </a:cubicBezTo>
                <a:cubicBezTo>
                  <a:pt x="484560" y="1589619"/>
                  <a:pt x="483937" y="1587831"/>
                  <a:pt x="481534" y="1588888"/>
                </a:cubicBezTo>
                <a:cubicBezTo>
                  <a:pt x="460479" y="1599246"/>
                  <a:pt x="462468" y="1582449"/>
                  <a:pt x="461623" y="1569314"/>
                </a:cubicBezTo>
                <a:cubicBezTo>
                  <a:pt x="460764" y="1555866"/>
                  <a:pt x="456786" y="1545815"/>
                  <a:pt x="441172" y="1549836"/>
                </a:cubicBezTo>
                <a:cubicBezTo>
                  <a:pt x="440361" y="1549980"/>
                  <a:pt x="439267" y="1549855"/>
                  <a:pt x="438173" y="1549732"/>
                </a:cubicBezTo>
                <a:cubicBezTo>
                  <a:pt x="430782" y="1548823"/>
                  <a:pt x="406258" y="1517097"/>
                  <a:pt x="409482" y="1509886"/>
                </a:cubicBezTo>
                <a:cubicBezTo>
                  <a:pt x="416686" y="1494065"/>
                  <a:pt x="408267" y="1488277"/>
                  <a:pt x="401143" y="1480995"/>
                </a:cubicBezTo>
                <a:cubicBezTo>
                  <a:pt x="391181" y="1471051"/>
                  <a:pt x="381247" y="1461736"/>
                  <a:pt x="370772" y="1452514"/>
                </a:cubicBezTo>
                <a:cubicBezTo>
                  <a:pt x="360580" y="1443560"/>
                  <a:pt x="350146" y="1435280"/>
                  <a:pt x="339699" y="1426688"/>
                </a:cubicBezTo>
                <a:cubicBezTo>
                  <a:pt x="315473" y="1420526"/>
                  <a:pt x="291032" y="1415669"/>
                  <a:pt x="265593" y="1412885"/>
                </a:cubicBezTo>
                <a:cubicBezTo>
                  <a:pt x="246706" y="1410526"/>
                  <a:pt x="225589" y="1406978"/>
                  <a:pt x="215085" y="1372144"/>
                </a:cubicBezTo>
                <a:cubicBezTo>
                  <a:pt x="234985" y="1372744"/>
                  <a:pt x="254925" y="1374284"/>
                  <a:pt x="274865" y="1375825"/>
                </a:cubicBezTo>
                <a:cubicBezTo>
                  <a:pt x="255700" y="1360864"/>
                  <a:pt x="237075" y="1345807"/>
                  <a:pt x="219220" y="1329666"/>
                </a:cubicBezTo>
                <a:cubicBezTo>
                  <a:pt x="204474" y="1316138"/>
                  <a:pt x="192346" y="1300252"/>
                  <a:pt x="187322" y="1278682"/>
                </a:cubicBezTo>
                <a:cubicBezTo>
                  <a:pt x="185994" y="1273224"/>
                  <a:pt x="184924" y="1267404"/>
                  <a:pt x="189878" y="1262417"/>
                </a:cubicBezTo>
                <a:cubicBezTo>
                  <a:pt x="195346" y="1256708"/>
                  <a:pt x="199833" y="1259711"/>
                  <a:pt x="204036" y="1262449"/>
                </a:cubicBezTo>
                <a:cubicBezTo>
                  <a:pt x="221402" y="1273615"/>
                  <a:pt x="239024" y="1284422"/>
                  <a:pt x="256133" y="1295950"/>
                </a:cubicBezTo>
                <a:cubicBezTo>
                  <a:pt x="278851" y="1311233"/>
                  <a:pt x="301313" y="1326878"/>
                  <a:pt x="323760" y="1342208"/>
                </a:cubicBezTo>
                <a:cubicBezTo>
                  <a:pt x="292061" y="1308268"/>
                  <a:pt x="257298" y="1278982"/>
                  <a:pt x="219957" y="1252997"/>
                </a:cubicBezTo>
                <a:cubicBezTo>
                  <a:pt x="192995" y="1234035"/>
                  <a:pt x="166033" y="1215073"/>
                  <a:pt x="145267" y="1188376"/>
                </a:cubicBezTo>
                <a:cubicBezTo>
                  <a:pt x="134614" y="1175075"/>
                  <a:pt x="129282" y="1158938"/>
                  <a:pt x="127649" y="1140248"/>
                </a:cubicBezTo>
                <a:cubicBezTo>
                  <a:pt x="127430" y="1135227"/>
                  <a:pt x="127724" y="1129482"/>
                  <a:pt x="133301" y="1126283"/>
                </a:cubicBezTo>
                <a:cubicBezTo>
                  <a:pt x="138892" y="1123399"/>
                  <a:pt x="142312" y="1126907"/>
                  <a:pt x="144665" y="1130919"/>
                </a:cubicBezTo>
                <a:cubicBezTo>
                  <a:pt x="147316" y="1135513"/>
                  <a:pt x="150466" y="1139068"/>
                  <a:pt x="154924" y="1141443"/>
                </a:cubicBezTo>
                <a:cubicBezTo>
                  <a:pt x="194007" y="1163643"/>
                  <a:pt x="228472" y="1192350"/>
                  <a:pt x="263706" y="1219972"/>
                </a:cubicBezTo>
                <a:cubicBezTo>
                  <a:pt x="314160" y="1259456"/>
                  <a:pt x="363843" y="1300026"/>
                  <a:pt x="423231" y="1325916"/>
                </a:cubicBezTo>
                <a:cubicBezTo>
                  <a:pt x="445702" y="1335549"/>
                  <a:pt x="468901" y="1343155"/>
                  <a:pt x="486543" y="1341940"/>
                </a:cubicBezTo>
                <a:cubicBezTo>
                  <a:pt x="421673" y="1296460"/>
                  <a:pt x="360475" y="1247802"/>
                  <a:pt x="305459" y="1191095"/>
                </a:cubicBezTo>
                <a:cubicBezTo>
                  <a:pt x="249875" y="1133856"/>
                  <a:pt x="201123" y="1070982"/>
                  <a:pt x="165967" y="995271"/>
                </a:cubicBezTo>
                <a:cubicBezTo>
                  <a:pt x="162356" y="987370"/>
                  <a:pt x="160109" y="979543"/>
                  <a:pt x="148803" y="982487"/>
                </a:cubicBezTo>
                <a:cubicBezTo>
                  <a:pt x="143684" y="983707"/>
                  <a:pt x="141844" y="978971"/>
                  <a:pt x="142975" y="973711"/>
                </a:cubicBezTo>
                <a:cubicBezTo>
                  <a:pt x="150059" y="936405"/>
                  <a:pt x="133120" y="916307"/>
                  <a:pt x="107228" y="903165"/>
                </a:cubicBezTo>
                <a:cubicBezTo>
                  <a:pt x="99148" y="898899"/>
                  <a:pt x="98374" y="893659"/>
                  <a:pt x="103961" y="884449"/>
                </a:cubicBezTo>
                <a:cubicBezTo>
                  <a:pt x="111573" y="871720"/>
                  <a:pt x="110228" y="859623"/>
                  <a:pt x="105398" y="848773"/>
                </a:cubicBezTo>
                <a:cubicBezTo>
                  <a:pt x="102652" y="841984"/>
                  <a:pt x="99109" y="835651"/>
                  <a:pt x="96106" y="829222"/>
                </a:cubicBezTo>
                <a:cubicBezTo>
                  <a:pt x="94023" y="825161"/>
                  <a:pt x="90576" y="821026"/>
                  <a:pt x="95233" y="815459"/>
                </a:cubicBezTo>
                <a:cubicBezTo>
                  <a:pt x="99648" y="810569"/>
                  <a:pt x="104350" y="812269"/>
                  <a:pt x="108754" y="813390"/>
                </a:cubicBezTo>
                <a:cubicBezTo>
                  <a:pt x="129926" y="818192"/>
                  <a:pt x="142781" y="832053"/>
                  <a:pt x="149184" y="854012"/>
                </a:cubicBezTo>
                <a:cubicBezTo>
                  <a:pt x="153977" y="870244"/>
                  <a:pt x="158340" y="870424"/>
                  <a:pt x="169922" y="855094"/>
                </a:cubicBezTo>
                <a:cubicBezTo>
                  <a:pt x="178668" y="843430"/>
                  <a:pt x="186813" y="842941"/>
                  <a:pt x="194734" y="849766"/>
                </a:cubicBezTo>
                <a:cubicBezTo>
                  <a:pt x="198964" y="853131"/>
                  <a:pt x="201642" y="858351"/>
                  <a:pt x="204833" y="862849"/>
                </a:cubicBezTo>
                <a:cubicBezTo>
                  <a:pt x="220829" y="886276"/>
                  <a:pt x="237607" y="908933"/>
                  <a:pt x="262674" y="921903"/>
                </a:cubicBezTo>
                <a:cubicBezTo>
                  <a:pt x="273823" y="927843"/>
                  <a:pt x="285713" y="932069"/>
                  <a:pt x="302202" y="923150"/>
                </a:cubicBezTo>
                <a:cubicBezTo>
                  <a:pt x="291351" y="917791"/>
                  <a:pt x="280774" y="918709"/>
                  <a:pt x="270912" y="917286"/>
                </a:cubicBezTo>
                <a:cubicBezTo>
                  <a:pt x="261049" y="915865"/>
                  <a:pt x="255697" y="911748"/>
                  <a:pt x="262498" y="899162"/>
                </a:cubicBezTo>
                <a:cubicBezTo>
                  <a:pt x="266276" y="892170"/>
                  <a:pt x="265774" y="886883"/>
                  <a:pt x="261759" y="882214"/>
                </a:cubicBezTo>
                <a:cubicBezTo>
                  <a:pt x="248848" y="867099"/>
                  <a:pt x="241864" y="844294"/>
                  <a:pt x="216117" y="846941"/>
                </a:cubicBezTo>
                <a:cubicBezTo>
                  <a:pt x="214767" y="847179"/>
                  <a:pt x="213361" y="846162"/>
                  <a:pt x="211969" y="845458"/>
                </a:cubicBezTo>
                <a:cubicBezTo>
                  <a:pt x="206685" y="842913"/>
                  <a:pt x="200848" y="840147"/>
                  <a:pt x="202383" y="831653"/>
                </a:cubicBezTo>
                <a:cubicBezTo>
                  <a:pt x="204188" y="823111"/>
                  <a:pt x="211130" y="819988"/>
                  <a:pt x="217302" y="817950"/>
                </a:cubicBezTo>
                <a:cubicBezTo>
                  <a:pt x="233145" y="812939"/>
                  <a:pt x="245914" y="818592"/>
                  <a:pt x="258185" y="825283"/>
                </a:cubicBezTo>
                <a:cubicBezTo>
                  <a:pt x="288036" y="841837"/>
                  <a:pt x="313015" y="865260"/>
                  <a:pt x="339019" y="887237"/>
                </a:cubicBezTo>
                <a:cubicBezTo>
                  <a:pt x="378027" y="920202"/>
                  <a:pt x="412674" y="959314"/>
                  <a:pt x="455541" y="987171"/>
                </a:cubicBezTo>
                <a:cubicBezTo>
                  <a:pt x="583008" y="1069675"/>
                  <a:pt x="708694" y="1155025"/>
                  <a:pt x="839737" y="1232154"/>
                </a:cubicBezTo>
                <a:cubicBezTo>
                  <a:pt x="888076" y="1260626"/>
                  <a:pt x="937413" y="1287025"/>
                  <a:pt x="987251" y="1312386"/>
                </a:cubicBezTo>
                <a:cubicBezTo>
                  <a:pt x="987438" y="1310454"/>
                  <a:pt x="987654" y="1309151"/>
                  <a:pt x="987828" y="1306906"/>
                </a:cubicBezTo>
                <a:cubicBezTo>
                  <a:pt x="987759" y="1305338"/>
                  <a:pt x="987677" y="1303454"/>
                  <a:pt x="987609" y="1301885"/>
                </a:cubicBezTo>
                <a:cubicBezTo>
                  <a:pt x="952341" y="1285971"/>
                  <a:pt x="917544" y="1268392"/>
                  <a:pt x="883773" y="1249366"/>
                </a:cubicBezTo>
                <a:cubicBezTo>
                  <a:pt x="800867" y="1202326"/>
                  <a:pt x="724387" y="1146562"/>
                  <a:pt x="658689" y="1075926"/>
                </a:cubicBezTo>
                <a:cubicBezTo>
                  <a:pt x="653269" y="1070242"/>
                  <a:pt x="647527" y="1069673"/>
                  <a:pt x="639221" y="1072721"/>
                </a:cubicBezTo>
                <a:cubicBezTo>
                  <a:pt x="612439" y="1082826"/>
                  <a:pt x="603654" y="1074888"/>
                  <a:pt x="607837" y="1046001"/>
                </a:cubicBezTo>
                <a:cubicBezTo>
                  <a:pt x="608886" y="1038856"/>
                  <a:pt x="608910" y="1033160"/>
                  <a:pt x="604057" y="1028006"/>
                </a:cubicBezTo>
                <a:cubicBezTo>
                  <a:pt x="582361" y="1004953"/>
                  <a:pt x="559626" y="983032"/>
                  <a:pt x="535068" y="963012"/>
                </a:cubicBezTo>
                <a:cubicBezTo>
                  <a:pt x="489628" y="926121"/>
                  <a:pt x="441097" y="893257"/>
                  <a:pt x="398492" y="852702"/>
                </a:cubicBezTo>
                <a:cubicBezTo>
                  <a:pt x="385976" y="840363"/>
                  <a:pt x="376348" y="825616"/>
                  <a:pt x="370407" y="808003"/>
                </a:cubicBezTo>
                <a:cubicBezTo>
                  <a:pt x="368512" y="802013"/>
                  <a:pt x="367360" y="794309"/>
                  <a:pt x="373637" y="788457"/>
                </a:cubicBezTo>
                <a:cubicBezTo>
                  <a:pt x="379645" y="782652"/>
                  <a:pt x="384471" y="787178"/>
                  <a:pt x="388957" y="790181"/>
                </a:cubicBezTo>
                <a:cubicBezTo>
                  <a:pt x="407729" y="802365"/>
                  <a:pt x="426784" y="814815"/>
                  <a:pt x="445569" y="827313"/>
                </a:cubicBezTo>
                <a:cubicBezTo>
                  <a:pt x="464624" y="839764"/>
                  <a:pt x="483437" y="852889"/>
                  <a:pt x="503344" y="866138"/>
                </a:cubicBezTo>
                <a:cubicBezTo>
                  <a:pt x="504379" y="858682"/>
                  <a:pt x="500259" y="857827"/>
                  <a:pt x="497988" y="855698"/>
                </a:cubicBezTo>
                <a:cubicBezTo>
                  <a:pt x="465913" y="825620"/>
                  <a:pt x="431003" y="799206"/>
                  <a:pt x="395068" y="774238"/>
                </a:cubicBezTo>
                <a:cubicBezTo>
                  <a:pt x="367267" y="754791"/>
                  <a:pt x="340223" y="733946"/>
                  <a:pt x="321225" y="704090"/>
                </a:cubicBezTo>
                <a:cubicBezTo>
                  <a:pt x="313910" y="692415"/>
                  <a:pt x="309809" y="679538"/>
                  <a:pt x="310772" y="664187"/>
                </a:cubicBezTo>
                <a:cubicBezTo>
                  <a:pt x="311107" y="659384"/>
                  <a:pt x="311442" y="654580"/>
                  <a:pt x="316776" y="652057"/>
                </a:cubicBezTo>
                <a:cubicBezTo>
                  <a:pt x="321044" y="650039"/>
                  <a:pt x="323869" y="652386"/>
                  <a:pt x="326167" y="655144"/>
                </a:cubicBezTo>
                <a:cubicBezTo>
                  <a:pt x="330196" y="660125"/>
                  <a:pt x="334224" y="665107"/>
                  <a:pt x="339819" y="668549"/>
                </a:cubicBezTo>
                <a:cubicBezTo>
                  <a:pt x="373388" y="689190"/>
                  <a:pt x="404905" y="712724"/>
                  <a:pt x="435653" y="737342"/>
                </a:cubicBezTo>
                <a:cubicBezTo>
                  <a:pt x="486133" y="777455"/>
                  <a:pt x="536115" y="818606"/>
                  <a:pt x="594518" y="846882"/>
                </a:cubicBezTo>
                <a:cubicBezTo>
                  <a:pt x="616490" y="857553"/>
                  <a:pt x="639205" y="866511"/>
                  <a:pt x="665142" y="868257"/>
                </a:cubicBezTo>
                <a:cubicBezTo>
                  <a:pt x="664195" y="865262"/>
                  <a:pt x="662491" y="863665"/>
                  <a:pt x="660802" y="862382"/>
                </a:cubicBezTo>
                <a:cubicBezTo>
                  <a:pt x="604283" y="821121"/>
                  <a:pt x="549586" y="777958"/>
                  <a:pt x="499505" y="728286"/>
                </a:cubicBezTo>
                <a:cubicBezTo>
                  <a:pt x="437758" y="667074"/>
                  <a:pt x="384382" y="598058"/>
                  <a:pt x="345927" y="515339"/>
                </a:cubicBezTo>
                <a:cubicBezTo>
                  <a:pt x="344141" y="511860"/>
                  <a:pt x="342910" y="508598"/>
                  <a:pt x="338588" y="509361"/>
                </a:cubicBezTo>
                <a:cubicBezTo>
                  <a:pt x="327525" y="511630"/>
                  <a:pt x="326170" y="505543"/>
                  <a:pt x="327339" y="494900"/>
                </a:cubicBezTo>
                <a:cubicBezTo>
                  <a:pt x="330552" y="468714"/>
                  <a:pt x="322326" y="448660"/>
                  <a:pt x="303055" y="437512"/>
                </a:cubicBezTo>
                <a:cubicBezTo>
                  <a:pt x="289083" y="429226"/>
                  <a:pt x="277325" y="421812"/>
                  <a:pt x="292117" y="398959"/>
                </a:cubicBezTo>
                <a:cubicBezTo>
                  <a:pt x="295694" y="393584"/>
                  <a:pt x="294041" y="386918"/>
                  <a:pt x="292417" y="380879"/>
                </a:cubicBezTo>
                <a:cubicBezTo>
                  <a:pt x="290115" y="371796"/>
                  <a:pt x="285463" y="365027"/>
                  <a:pt x="280259" y="358039"/>
                </a:cubicBezTo>
                <a:cubicBezTo>
                  <a:pt x="277365" y="354122"/>
                  <a:pt x="273863" y="348731"/>
                  <a:pt x="277426" y="343041"/>
                </a:cubicBezTo>
                <a:cubicBezTo>
                  <a:pt x="281488" y="336315"/>
                  <a:pt x="287339" y="339394"/>
                  <a:pt x="292014" y="340466"/>
                </a:cubicBezTo>
                <a:cubicBezTo>
                  <a:pt x="313455" y="345221"/>
                  <a:pt x="326609" y="359662"/>
                  <a:pt x="333039" y="382248"/>
                </a:cubicBezTo>
                <a:cubicBezTo>
                  <a:pt x="337209" y="396693"/>
                  <a:pt x="342383" y="396728"/>
                  <a:pt x="352439" y="383884"/>
                </a:cubicBezTo>
                <a:cubicBezTo>
                  <a:pt x="363791" y="369545"/>
                  <a:pt x="373274" y="368504"/>
                  <a:pt x="381981" y="380883"/>
                </a:cubicBezTo>
                <a:cubicBezTo>
                  <a:pt x="388959" y="391037"/>
                  <a:pt x="394611" y="402058"/>
                  <a:pt x="402615" y="410767"/>
                </a:cubicBezTo>
                <a:cubicBezTo>
                  <a:pt x="424081" y="434810"/>
                  <a:pt x="444293" y="461289"/>
                  <a:pt x="488827" y="452479"/>
                </a:cubicBezTo>
                <a:cubicBezTo>
                  <a:pt x="476447" y="443279"/>
                  <a:pt x="464047" y="446100"/>
                  <a:pt x="453360" y="444507"/>
                </a:cubicBezTo>
                <a:cubicBezTo>
                  <a:pt x="445687" y="443331"/>
                  <a:pt x="437918" y="439958"/>
                  <a:pt x="444814" y="429568"/>
                </a:cubicBezTo>
                <a:cubicBezTo>
                  <a:pt x="452737" y="417733"/>
                  <a:pt x="447628" y="412942"/>
                  <a:pt x="442720" y="406534"/>
                </a:cubicBezTo>
                <a:cubicBezTo>
                  <a:pt x="431444" y="391445"/>
                  <a:pt x="422234" y="373778"/>
                  <a:pt x="399647" y="373970"/>
                </a:cubicBezTo>
                <a:cubicBezTo>
                  <a:pt x="396107" y="373962"/>
                  <a:pt x="393255" y="370986"/>
                  <a:pt x="390458" y="369266"/>
                </a:cubicBezTo>
                <a:cubicBezTo>
                  <a:pt x="386539" y="366795"/>
                  <a:pt x="383146" y="363915"/>
                  <a:pt x="384776" y="357618"/>
                </a:cubicBezTo>
                <a:cubicBezTo>
                  <a:pt x="386436" y="351948"/>
                  <a:pt x="390351" y="348094"/>
                  <a:pt x="395456" y="346561"/>
                </a:cubicBezTo>
                <a:cubicBezTo>
                  <a:pt x="400022" y="345122"/>
                  <a:pt x="404870" y="343950"/>
                  <a:pt x="409490" y="343767"/>
                </a:cubicBezTo>
                <a:cubicBezTo>
                  <a:pt x="430118" y="342340"/>
                  <a:pt x="444782" y="353984"/>
                  <a:pt x="459406" y="364686"/>
                </a:cubicBezTo>
                <a:cubicBezTo>
                  <a:pt x="510573" y="401831"/>
                  <a:pt x="556044" y="445675"/>
                  <a:pt x="603593" y="487253"/>
                </a:cubicBezTo>
                <a:cubicBezTo>
                  <a:pt x="651129" y="528518"/>
                  <a:pt x="706332" y="558308"/>
                  <a:pt x="758457" y="592438"/>
                </a:cubicBezTo>
                <a:cubicBezTo>
                  <a:pt x="878695" y="671475"/>
                  <a:pt x="999459" y="750102"/>
                  <a:pt x="1126835" y="818073"/>
                </a:cubicBezTo>
                <a:cubicBezTo>
                  <a:pt x="1251416" y="884324"/>
                  <a:pt x="1667647" y="915225"/>
                  <a:pt x="1748686" y="913256"/>
                </a:cubicBezTo>
                <a:cubicBezTo>
                  <a:pt x="1852285" y="910467"/>
                  <a:pt x="2096505" y="873683"/>
                  <a:pt x="2345605" y="842682"/>
                </a:cubicBezTo>
                <a:cubicBezTo>
                  <a:pt x="2373756" y="838977"/>
                  <a:pt x="2401379" y="835684"/>
                  <a:pt x="2430665" y="833044"/>
                </a:cubicBezTo>
                <a:cubicBezTo>
                  <a:pt x="3260397" y="757430"/>
                  <a:pt x="3845073" y="368944"/>
                  <a:pt x="3874549" y="345713"/>
                </a:cubicBezTo>
                <a:cubicBezTo>
                  <a:pt x="3921930" y="308568"/>
                  <a:pt x="4079617" y="235190"/>
                  <a:pt x="4079914" y="235770"/>
                </a:cubicBezTo>
                <a:cubicBezTo>
                  <a:pt x="4083430" y="241475"/>
                  <a:pt x="4101322" y="245987"/>
                  <a:pt x="4115814" y="249002"/>
                </a:cubicBezTo>
                <a:lnTo>
                  <a:pt x="4129591" y="251735"/>
                </a:lnTo>
                <a:lnTo>
                  <a:pt x="4131313" y="253264"/>
                </a:lnTo>
                <a:cubicBezTo>
                  <a:pt x="4136355" y="253402"/>
                  <a:pt x="4136103" y="253090"/>
                  <a:pt x="4132779" y="252368"/>
                </a:cubicBezTo>
                <a:lnTo>
                  <a:pt x="4129591" y="251735"/>
                </a:lnTo>
                <a:lnTo>
                  <a:pt x="4126781" y="249241"/>
                </a:lnTo>
                <a:cubicBezTo>
                  <a:pt x="4126067" y="246916"/>
                  <a:pt x="4126005" y="243923"/>
                  <a:pt x="4126159" y="241207"/>
                </a:cubicBezTo>
                <a:cubicBezTo>
                  <a:pt x="4126893" y="226844"/>
                  <a:pt x="4132343" y="214496"/>
                  <a:pt x="4145347" y="206824"/>
                </a:cubicBezTo>
                <a:cubicBezTo>
                  <a:pt x="4157825" y="199562"/>
                  <a:pt x="4170601" y="192878"/>
                  <a:pt x="4183377" y="186195"/>
                </a:cubicBezTo>
                <a:cubicBezTo>
                  <a:pt x="4194019" y="180522"/>
                  <a:pt x="4201312" y="179234"/>
                  <a:pt x="4203065" y="194422"/>
                </a:cubicBezTo>
                <a:cubicBezTo>
                  <a:pt x="4204816" y="209612"/>
                  <a:pt x="4219976" y="213894"/>
                  <a:pt x="4228763" y="203170"/>
                </a:cubicBezTo>
                <a:cubicBezTo>
                  <a:pt x="4263132" y="161048"/>
                  <a:pt x="4304408" y="127512"/>
                  <a:pt x="4343373" y="90903"/>
                </a:cubicBezTo>
                <a:cubicBezTo>
                  <a:pt x="4370579" y="65543"/>
                  <a:pt x="4399217" y="41828"/>
                  <a:pt x="4421541" y="10686"/>
                </a:cubicBezTo>
                <a:cubicBezTo>
                  <a:pt x="4425645" y="4902"/>
                  <a:pt x="4429395" y="-2718"/>
                  <a:pt x="4437179" y="96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Content Placeholder 3" descr="Text&#10;&#10;Description automatically generated">
            <a:extLst>
              <a:ext uri="{FF2B5EF4-FFF2-40B4-BE49-F238E27FC236}">
                <a16:creationId xmlns:a16="http://schemas.microsoft.com/office/drawing/2014/main" id="{83ABAE2B-CD2C-44A2-82FD-926634746B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" r="1171" b="1"/>
          <a:stretch/>
        </p:blipFill>
        <p:spPr>
          <a:xfrm>
            <a:off x="6938603" y="3202297"/>
            <a:ext cx="2766872" cy="220478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444790-B2C1-4AAF-9283-AD2D8E35A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5298427"/>
              </p:ext>
            </p:extLst>
          </p:nvPr>
        </p:nvGraphicFramePr>
        <p:xfrm>
          <a:off x="838200" y="1934043"/>
          <a:ext cx="5004044" cy="40785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6724">
                  <a:extLst>
                    <a:ext uri="{9D8B030D-6E8A-4147-A177-3AD203B41FA5}">
                      <a16:colId xmlns:a16="http://schemas.microsoft.com/office/drawing/2014/main" val="4109587351"/>
                    </a:ext>
                  </a:extLst>
                </a:gridCol>
                <a:gridCol w="683735">
                  <a:extLst>
                    <a:ext uri="{9D8B030D-6E8A-4147-A177-3AD203B41FA5}">
                      <a16:colId xmlns:a16="http://schemas.microsoft.com/office/drawing/2014/main" val="3012021433"/>
                    </a:ext>
                  </a:extLst>
                </a:gridCol>
                <a:gridCol w="631141">
                  <a:extLst>
                    <a:ext uri="{9D8B030D-6E8A-4147-A177-3AD203B41FA5}">
                      <a16:colId xmlns:a16="http://schemas.microsoft.com/office/drawing/2014/main" val="1895034721"/>
                    </a:ext>
                  </a:extLst>
                </a:gridCol>
                <a:gridCol w="691249">
                  <a:extLst>
                    <a:ext uri="{9D8B030D-6E8A-4147-A177-3AD203B41FA5}">
                      <a16:colId xmlns:a16="http://schemas.microsoft.com/office/drawing/2014/main" val="1743806205"/>
                    </a:ext>
                  </a:extLst>
                </a:gridCol>
                <a:gridCol w="661195">
                  <a:extLst>
                    <a:ext uri="{9D8B030D-6E8A-4147-A177-3AD203B41FA5}">
                      <a16:colId xmlns:a16="http://schemas.microsoft.com/office/drawing/2014/main" val="4118894512"/>
                    </a:ext>
                  </a:extLst>
                </a:gridCol>
              </a:tblGrid>
              <a:tr h="37199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000" u="none" strike="noStrike" dirty="0">
                          <a:effectLst/>
                        </a:rPr>
                        <a:t> </a:t>
                      </a:r>
                      <a:endParaRPr lang="ro-RO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000" u="none" strike="noStrike" dirty="0">
                          <a:effectLst/>
                        </a:rPr>
                        <a:t> </a:t>
                      </a:r>
                      <a:r>
                        <a:rPr lang="en-US" sz="1000" b="1" i="0" u="none" strike="noStrike" dirty="0">
                          <a:effectLst/>
                          <a:latin typeface="+mj-lt"/>
                        </a:rPr>
                        <a:t>THOR</a:t>
                      </a:r>
                      <a:endParaRPr lang="ro-RO" sz="1000" b="1" i="0" u="none" strike="noStrike" dirty="0">
                        <a:effectLst/>
                        <a:latin typeface="+mj-lt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000" u="none" strike="noStrike" dirty="0" err="1">
                          <a:effectLst/>
                        </a:rPr>
                        <a:t>Cleany</a:t>
                      </a:r>
                      <a:endParaRPr lang="ro-RO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000" u="none" strike="noStrike" dirty="0">
                          <a:effectLst/>
                        </a:rPr>
                        <a:t>OLX</a:t>
                      </a:r>
                      <a:endParaRPr lang="ro-RO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000" u="none" strike="noStrike">
                          <a:effectLst/>
                        </a:rPr>
                        <a:t>Ajutor, instalator!</a:t>
                      </a:r>
                      <a:endParaRPr lang="ro-RO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extLst>
                  <a:ext uri="{0D108BD9-81ED-4DB2-BD59-A6C34878D82A}">
                    <a16:rowId xmlns:a16="http://schemas.microsoft.com/office/drawing/2014/main" val="3797686104"/>
                  </a:ext>
                </a:extLst>
              </a:tr>
              <a:tr h="516610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000" u="none" strike="noStrike" dirty="0">
                          <a:effectLst/>
                        </a:rPr>
                        <a:t> Aplicabilitate în mai multe domenii</a:t>
                      </a:r>
                      <a:endParaRPr lang="it-IT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extLst>
                  <a:ext uri="{0D108BD9-81ED-4DB2-BD59-A6C34878D82A}">
                    <a16:rowId xmlns:a16="http://schemas.microsoft.com/office/drawing/2014/main" val="667377928"/>
                  </a:ext>
                </a:extLst>
              </a:tr>
              <a:tr h="516610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000" u="none" strike="noStrike" dirty="0">
                          <a:effectLst/>
                        </a:rPr>
                        <a:t>Disponibilitate web</a:t>
                      </a:r>
                      <a:endParaRPr lang="ro-RO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extLst>
                  <a:ext uri="{0D108BD9-81ED-4DB2-BD59-A6C34878D82A}">
                    <a16:rowId xmlns:a16="http://schemas.microsoft.com/office/drawing/2014/main" val="3750534277"/>
                  </a:ext>
                </a:extLst>
              </a:tr>
              <a:tr h="516610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000" u="none" strike="noStrike" dirty="0">
                          <a:effectLst/>
                        </a:rPr>
                        <a:t>Disponibilitate </a:t>
                      </a:r>
                      <a:r>
                        <a:rPr lang="ro-RO" sz="1000" u="none" strike="noStrike" dirty="0" err="1">
                          <a:effectLst/>
                        </a:rPr>
                        <a:t>device</a:t>
                      </a:r>
                      <a:r>
                        <a:rPr lang="ro-RO" sz="1000" u="none" strike="noStrike" dirty="0">
                          <a:effectLst/>
                        </a:rPr>
                        <a:t> mobil</a:t>
                      </a:r>
                      <a:endParaRPr lang="ro-RO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extLst>
                  <a:ext uri="{0D108BD9-81ED-4DB2-BD59-A6C34878D82A}">
                    <a16:rowId xmlns:a16="http://schemas.microsoft.com/office/drawing/2014/main" val="3791930030"/>
                  </a:ext>
                </a:extLst>
              </a:tr>
              <a:tr h="516610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000" u="none" strike="noStrike" dirty="0">
                          <a:effectLst/>
                        </a:rPr>
                        <a:t>Eficientizarea procesului de găsire a unui specialist</a:t>
                      </a:r>
                      <a:endParaRPr lang="ro-RO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extLst>
                  <a:ext uri="{0D108BD9-81ED-4DB2-BD59-A6C34878D82A}">
                    <a16:rowId xmlns:a16="http://schemas.microsoft.com/office/drawing/2014/main" val="1226150088"/>
                  </a:ext>
                </a:extLst>
              </a:tr>
              <a:tr h="516610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000" u="none" strike="noStrike" dirty="0">
                          <a:effectLst/>
                        </a:rPr>
                        <a:t>Garantarea competențelor personalului</a:t>
                      </a:r>
                      <a:endParaRPr lang="ro-RO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extLst>
                  <a:ext uri="{0D108BD9-81ED-4DB2-BD59-A6C34878D82A}">
                    <a16:rowId xmlns:a16="http://schemas.microsoft.com/office/drawing/2014/main" val="2616856602"/>
                  </a:ext>
                </a:extLst>
              </a:tr>
              <a:tr h="516610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000" u="none" strike="noStrike" dirty="0">
                          <a:effectLst/>
                        </a:rPr>
                        <a:t>Libertatea utilizatorilor de a alege persoana care să îi rezolve problema</a:t>
                      </a:r>
                      <a:endParaRPr lang="ro-RO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extLst>
                  <a:ext uri="{0D108BD9-81ED-4DB2-BD59-A6C34878D82A}">
                    <a16:rowId xmlns:a16="http://schemas.microsoft.com/office/drawing/2014/main" val="972799918"/>
                  </a:ext>
                </a:extLst>
              </a:tr>
              <a:tr h="516610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000" u="none" strike="noStrike" dirty="0">
                          <a:effectLst/>
                        </a:rPr>
                        <a:t> Recenzie pentru fiecare serviciu prestat</a:t>
                      </a:r>
                      <a:endParaRPr lang="it-IT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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000" u="none" strike="noStrike" dirty="0">
                          <a:effectLst/>
                          <a:sym typeface="Wingdings" panose="05000000000000000000" pitchFamily="2" charset="2"/>
                        </a:rPr>
                        <a:t></a:t>
                      </a:r>
                      <a:endParaRPr lang="ro-RO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879" marR="36879" marT="5122" marB="0" anchor="ctr"/>
                </a:tc>
                <a:extLst>
                  <a:ext uri="{0D108BD9-81ED-4DB2-BD59-A6C34878D82A}">
                    <a16:rowId xmlns:a16="http://schemas.microsoft.com/office/drawing/2014/main" val="3751460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726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1EA7FA8-6652-4CC5-90F4-3D48CAC0C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6E857-2C40-4043-9010-FC9E11D4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Model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1ADA7-00A4-4563-9B58-BE4E37ABA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175" y="2013626"/>
            <a:ext cx="5269301" cy="3576825"/>
          </a:xfrm>
        </p:spPr>
        <p:txBody>
          <a:bodyPr>
            <a:normAutofit/>
          </a:bodyPr>
          <a:lstStyle/>
          <a:p>
            <a:r>
              <a:rPr lang="en-US" sz="2000" dirty="0"/>
              <a:t>10% din </a:t>
            </a:r>
            <a:r>
              <a:rPr lang="en-US" sz="2000" dirty="0" err="1"/>
              <a:t>costul</a:t>
            </a:r>
            <a:r>
              <a:rPr lang="en-US" sz="2000" dirty="0"/>
              <a:t> total al </a:t>
            </a:r>
            <a:r>
              <a:rPr lang="en-US" sz="2000" dirty="0" err="1"/>
              <a:t>serviciului</a:t>
            </a:r>
            <a:endParaRPr lang="en-US" sz="2000" dirty="0"/>
          </a:p>
          <a:p>
            <a:r>
              <a:rPr lang="en-US" sz="2000" dirty="0" err="1"/>
              <a:t>Reclame</a:t>
            </a:r>
            <a:endParaRPr lang="en-US" sz="2000" dirty="0"/>
          </a:p>
          <a:p>
            <a:r>
              <a:rPr lang="en-US" sz="2000" dirty="0" err="1"/>
              <a:t>Promovari</a:t>
            </a:r>
            <a:r>
              <a:rPr lang="en-US" sz="2000" dirty="0"/>
              <a:t> de </a:t>
            </a:r>
            <a:r>
              <a:rPr lang="en-US" sz="2000" dirty="0" err="1"/>
              <a:t>produse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Costuri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initale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r>
              <a:rPr lang="ro-RO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3850€</a:t>
            </a:r>
            <a:endParaRPr lang="en-US" sz="2400" dirty="0"/>
          </a:p>
          <a:p>
            <a:r>
              <a:rPr lang="ro-RO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o-RO" sz="2000" b="1" dirty="0">
                <a:solidFill>
                  <a:srgbClr val="70AD47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34%</a:t>
            </a:r>
            <a:endParaRPr lang="en-US" sz="2000" b="1" dirty="0">
              <a:solidFill>
                <a:srgbClr val="70AD47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BFC89082-1450-425E-AF0D-972F3618DA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" r="1171" b="1"/>
          <a:stretch/>
        </p:blipFill>
        <p:spPr>
          <a:xfrm>
            <a:off x="6573962" y="2013626"/>
            <a:ext cx="4488714" cy="3576825"/>
          </a:xfrm>
          <a:custGeom>
            <a:avLst/>
            <a:gdLst/>
            <a:ahLst/>
            <a:cxnLst/>
            <a:rect l="l" t="t" r="r" b="b"/>
            <a:pathLst>
              <a:path w="4488714" h="3576825">
                <a:moveTo>
                  <a:pt x="713492" y="15"/>
                </a:moveTo>
                <a:cubicBezTo>
                  <a:pt x="723739" y="278"/>
                  <a:pt x="734339" y="3967"/>
                  <a:pt x="743942" y="5139"/>
                </a:cubicBezTo>
                <a:cubicBezTo>
                  <a:pt x="955929" y="31374"/>
                  <a:pt x="1167914" y="59717"/>
                  <a:pt x="1380134" y="84780"/>
                </a:cubicBezTo>
                <a:cubicBezTo>
                  <a:pt x="1578535" y="108204"/>
                  <a:pt x="1778340" y="113591"/>
                  <a:pt x="1977677" y="125771"/>
                </a:cubicBezTo>
                <a:cubicBezTo>
                  <a:pt x="2218942" y="140529"/>
                  <a:pt x="2459740" y="161377"/>
                  <a:pt x="2699600" y="194169"/>
                </a:cubicBezTo>
                <a:cubicBezTo>
                  <a:pt x="2866144" y="217126"/>
                  <a:pt x="3034328" y="233053"/>
                  <a:pt x="3203214" y="214783"/>
                </a:cubicBezTo>
                <a:cubicBezTo>
                  <a:pt x="3211646" y="213845"/>
                  <a:pt x="3221250" y="210801"/>
                  <a:pt x="3228277" y="213845"/>
                </a:cubicBezTo>
                <a:cubicBezTo>
                  <a:pt x="3310262" y="248045"/>
                  <a:pt x="3399740" y="223449"/>
                  <a:pt x="3484768" y="244999"/>
                </a:cubicBezTo>
                <a:cubicBezTo>
                  <a:pt x="3462984" y="328154"/>
                  <a:pt x="3369523" y="321361"/>
                  <a:pt x="3316820" y="378984"/>
                </a:cubicBezTo>
                <a:cubicBezTo>
                  <a:pt x="3402785" y="401939"/>
                  <a:pt x="3480084" y="425129"/>
                  <a:pt x="3558554" y="442462"/>
                </a:cubicBezTo>
                <a:cubicBezTo>
                  <a:pt x="3641709" y="460733"/>
                  <a:pt x="3712214" y="510158"/>
                  <a:pt x="3793494" y="532176"/>
                </a:cubicBezTo>
                <a:cubicBezTo>
                  <a:pt x="3810829" y="536861"/>
                  <a:pt x="3831676" y="553257"/>
                  <a:pt x="3837766" y="569186"/>
                </a:cubicBezTo>
                <a:cubicBezTo>
                  <a:pt x="3857442" y="620719"/>
                  <a:pt x="4250260" y="765244"/>
                  <a:pt x="4203881" y="811154"/>
                </a:cubicBezTo>
                <a:cubicBezTo>
                  <a:pt x="4184673" y="830128"/>
                  <a:pt x="4159844" y="843714"/>
                  <a:pt x="4133843" y="862453"/>
                </a:cubicBezTo>
                <a:cubicBezTo>
                  <a:pt x="4172962" y="897823"/>
                  <a:pt x="4216998" y="913283"/>
                  <a:pt x="4263846" y="923823"/>
                </a:cubicBezTo>
                <a:cubicBezTo>
                  <a:pt x="4277901" y="927103"/>
                  <a:pt x="4291721" y="933661"/>
                  <a:pt x="4293126" y="949590"/>
                </a:cubicBezTo>
                <a:cubicBezTo>
                  <a:pt x="4294531" y="966220"/>
                  <a:pt x="4280242" y="972778"/>
                  <a:pt x="4268297" y="980509"/>
                </a:cubicBezTo>
                <a:cubicBezTo>
                  <a:pt x="4251666" y="991283"/>
                  <a:pt x="4235503" y="1000654"/>
                  <a:pt x="4214422" y="1002059"/>
                </a:cubicBezTo>
                <a:cubicBezTo>
                  <a:pt x="4179754" y="1004167"/>
                  <a:pt x="4163124" y="1034149"/>
                  <a:pt x="4142980" y="1056636"/>
                </a:cubicBezTo>
                <a:cubicBezTo>
                  <a:pt x="4131736" y="1069286"/>
                  <a:pt x="4126114" y="1094817"/>
                  <a:pt x="4145790" y="1099268"/>
                </a:cubicBezTo>
                <a:cubicBezTo>
                  <a:pt x="4193106" y="1110043"/>
                  <a:pt x="4189358" y="1141197"/>
                  <a:pt x="4188188" y="1176567"/>
                </a:cubicBezTo>
                <a:cubicBezTo>
                  <a:pt x="4186548" y="1220370"/>
                  <a:pt x="4158673" y="1240514"/>
                  <a:pt x="4124474" y="1257380"/>
                </a:cubicBezTo>
                <a:cubicBezTo>
                  <a:pt x="4112762" y="1263235"/>
                  <a:pt x="4096132" y="1263000"/>
                  <a:pt x="4091680" y="1281271"/>
                </a:cubicBezTo>
                <a:cubicBezTo>
                  <a:pt x="4110888" y="1298606"/>
                  <a:pt x="4134312" y="1284551"/>
                  <a:pt x="4154926" y="1289469"/>
                </a:cubicBezTo>
                <a:cubicBezTo>
                  <a:pt x="4172025" y="1293452"/>
                  <a:pt x="4200368" y="1291344"/>
                  <a:pt x="4176944" y="1323200"/>
                </a:cubicBezTo>
                <a:cubicBezTo>
                  <a:pt x="4170150" y="1332335"/>
                  <a:pt x="4178114" y="1339363"/>
                  <a:pt x="4186782" y="1340066"/>
                </a:cubicBezTo>
                <a:cubicBezTo>
                  <a:pt x="4256117" y="1347327"/>
                  <a:pt x="4224260" y="1411743"/>
                  <a:pt x="4246513" y="1445708"/>
                </a:cubicBezTo>
                <a:cubicBezTo>
                  <a:pt x="4252602" y="1455076"/>
                  <a:pt x="4246044" y="1471239"/>
                  <a:pt x="4236440" y="1475221"/>
                </a:cubicBezTo>
                <a:cubicBezTo>
                  <a:pt x="4175069" y="1501456"/>
                  <a:pt x="4166637" y="1563998"/>
                  <a:pt x="4136888" y="1617873"/>
                </a:cubicBezTo>
                <a:cubicBezTo>
                  <a:pt x="4169214" y="1639188"/>
                  <a:pt x="4207863" y="1643873"/>
                  <a:pt x="4242764" y="1657693"/>
                </a:cubicBezTo>
                <a:cubicBezTo>
                  <a:pt x="4279072" y="1672216"/>
                  <a:pt x="4279072" y="1682991"/>
                  <a:pt x="4249089" y="1725153"/>
                </a:cubicBezTo>
                <a:cubicBezTo>
                  <a:pt x="4327090" y="1734290"/>
                  <a:pt x="4327090" y="1734290"/>
                  <a:pt x="4302964" y="1800579"/>
                </a:cubicBezTo>
                <a:cubicBezTo>
                  <a:pt x="4368318" y="1806669"/>
                  <a:pt x="4411417" y="1838057"/>
                  <a:pt x="4421488" y="1906689"/>
                </a:cubicBezTo>
                <a:cubicBezTo>
                  <a:pt x="4426408" y="1939951"/>
                  <a:pt x="4455922" y="1955644"/>
                  <a:pt x="4488714" y="1977897"/>
                </a:cubicBezTo>
                <a:cubicBezTo>
                  <a:pt x="4447958" y="1999448"/>
                  <a:pt x="4420318" y="2044421"/>
                  <a:pt x="4372767" y="1996870"/>
                </a:cubicBezTo>
                <a:cubicBezTo>
                  <a:pt x="4355434" y="1979537"/>
                  <a:pt x="4357072" y="2001555"/>
                  <a:pt x="4354731" y="2007880"/>
                </a:cubicBezTo>
                <a:cubicBezTo>
                  <a:pt x="4349110" y="2023339"/>
                  <a:pt x="4360820" y="2033646"/>
                  <a:pt x="4368551" y="2045357"/>
                </a:cubicBezTo>
                <a:cubicBezTo>
                  <a:pt x="4376046" y="2057070"/>
                  <a:pt x="4384948" y="2069484"/>
                  <a:pt x="4387056" y="2082603"/>
                </a:cubicBezTo>
                <a:cubicBezTo>
                  <a:pt x="4388460" y="2091738"/>
                  <a:pt x="4381668" y="2105088"/>
                  <a:pt x="4374173" y="2111882"/>
                </a:cubicBezTo>
                <a:cubicBezTo>
                  <a:pt x="4334820" y="2147720"/>
                  <a:pt x="4358244" y="2228299"/>
                  <a:pt x="4283756" y="2238606"/>
                </a:cubicBezTo>
                <a:cubicBezTo>
                  <a:pt x="4250260" y="2243289"/>
                  <a:pt x="4234098" y="2272804"/>
                  <a:pt x="4209503" y="2288966"/>
                </a:cubicBezTo>
                <a:cubicBezTo>
                  <a:pt x="4124006" y="2345418"/>
                  <a:pt x="4066851" y="2418032"/>
                  <a:pt x="4040383" y="2517817"/>
                </a:cubicBezTo>
                <a:cubicBezTo>
                  <a:pt x="4033122" y="2545457"/>
                  <a:pt x="4005246" y="2567711"/>
                  <a:pt x="3987210" y="2592071"/>
                </a:cubicBezTo>
                <a:cubicBezTo>
                  <a:pt x="3995878" y="2609873"/>
                  <a:pt x="4043193" y="2571458"/>
                  <a:pt x="4026563" y="2618305"/>
                </a:cubicBezTo>
                <a:cubicBezTo>
                  <a:pt x="4013914" y="2653442"/>
                  <a:pt x="3981588" y="2675226"/>
                  <a:pt x="3951137" y="2696074"/>
                </a:cubicBezTo>
                <a:cubicBezTo>
                  <a:pt x="3916470" y="2719731"/>
                  <a:pt x="3878055" y="2738704"/>
                  <a:pt x="3862360" y="2782506"/>
                </a:cubicBezTo>
                <a:cubicBezTo>
                  <a:pt x="3859081" y="2791877"/>
                  <a:pt x="3848540" y="2801714"/>
                  <a:pt x="3839172" y="2805463"/>
                </a:cubicBezTo>
                <a:cubicBezTo>
                  <a:pt x="3350549" y="3576343"/>
                  <a:pt x="2147734" y="3581495"/>
                  <a:pt x="2009066" y="3576107"/>
                </a:cubicBezTo>
                <a:cubicBezTo>
                  <a:pt x="1841116" y="3569315"/>
                  <a:pt x="1682302" y="3521764"/>
                  <a:pt x="1526534" y="3462502"/>
                </a:cubicBezTo>
                <a:cubicBezTo>
                  <a:pt x="1460712" y="3437439"/>
                  <a:pt x="1399577" y="3401835"/>
                  <a:pt x="1335628" y="3374195"/>
                </a:cubicBezTo>
                <a:cubicBezTo>
                  <a:pt x="1247321" y="3336013"/>
                  <a:pt x="1179158" y="3263165"/>
                  <a:pt x="1091084" y="3232479"/>
                </a:cubicBezTo>
                <a:cubicBezTo>
                  <a:pt x="1000434" y="3200857"/>
                  <a:pt x="922901" y="3143000"/>
                  <a:pt x="829673" y="3118405"/>
                </a:cubicBezTo>
                <a:cubicBezTo>
                  <a:pt x="780484" y="3105288"/>
                  <a:pt x="732933" y="3081631"/>
                  <a:pt x="740662" y="3013935"/>
                </a:cubicBezTo>
                <a:cubicBezTo>
                  <a:pt x="742771" y="2994727"/>
                  <a:pt x="729888" y="2979034"/>
                  <a:pt x="709509" y="2984656"/>
                </a:cubicBezTo>
                <a:cubicBezTo>
                  <a:pt x="670626" y="2995196"/>
                  <a:pt x="653058" y="2967321"/>
                  <a:pt x="631507" y="2946474"/>
                </a:cubicBezTo>
                <a:cubicBezTo>
                  <a:pt x="593093" y="2909465"/>
                  <a:pt x="556552" y="2870113"/>
                  <a:pt x="495415" y="2864022"/>
                </a:cubicBezTo>
                <a:cubicBezTo>
                  <a:pt x="507126" y="2834976"/>
                  <a:pt x="527037" y="2839193"/>
                  <a:pt x="545308" y="2845283"/>
                </a:cubicBezTo>
                <a:cubicBezTo>
                  <a:pt x="593327" y="2861212"/>
                  <a:pt x="640877" y="2879248"/>
                  <a:pt x="688896" y="2895176"/>
                </a:cubicBezTo>
                <a:cubicBezTo>
                  <a:pt x="720284" y="2905483"/>
                  <a:pt x="751438" y="2920006"/>
                  <a:pt x="793367" y="2908527"/>
                </a:cubicBezTo>
                <a:cubicBezTo>
                  <a:pt x="757294" y="2849968"/>
                  <a:pt x="695923" y="2839427"/>
                  <a:pt x="646265" y="2821391"/>
                </a:cubicBezTo>
                <a:cubicBezTo>
                  <a:pt x="584192" y="2798670"/>
                  <a:pt x="547651" y="2755803"/>
                  <a:pt x="503847" y="2708019"/>
                </a:cubicBezTo>
                <a:cubicBezTo>
                  <a:pt x="549524" y="2696541"/>
                  <a:pt x="577867" y="2731678"/>
                  <a:pt x="613705" y="2729803"/>
                </a:cubicBezTo>
                <a:cubicBezTo>
                  <a:pt x="615580" y="2723714"/>
                  <a:pt x="618859" y="2714813"/>
                  <a:pt x="618390" y="2714577"/>
                </a:cubicBezTo>
                <a:cubicBezTo>
                  <a:pt x="559831" y="2688343"/>
                  <a:pt x="532425" y="2639153"/>
                  <a:pt x="523289" y="2579656"/>
                </a:cubicBezTo>
                <a:cubicBezTo>
                  <a:pt x="518605" y="2548972"/>
                  <a:pt x="497289" y="2539368"/>
                  <a:pt x="476207" y="2525313"/>
                </a:cubicBezTo>
                <a:cubicBezTo>
                  <a:pt x="402656" y="2475421"/>
                  <a:pt x="324889" y="2430213"/>
                  <a:pt x="264455" y="2361581"/>
                </a:cubicBezTo>
                <a:cubicBezTo>
                  <a:pt x="334259" y="2370716"/>
                  <a:pt x="390242" y="2415455"/>
                  <a:pt x="465433" y="2434663"/>
                </a:cubicBezTo>
                <a:cubicBezTo>
                  <a:pt x="405702" y="2359238"/>
                  <a:pt x="328402" y="2321058"/>
                  <a:pt x="257897" y="2275380"/>
                </a:cubicBezTo>
                <a:cubicBezTo>
                  <a:pt x="225806" y="2254533"/>
                  <a:pt x="196059" y="2227830"/>
                  <a:pt x="157174" y="2216586"/>
                </a:cubicBezTo>
                <a:cubicBezTo>
                  <a:pt x="143354" y="2212604"/>
                  <a:pt x="120633" y="2204172"/>
                  <a:pt x="131643" y="2181919"/>
                </a:cubicBezTo>
                <a:cubicBezTo>
                  <a:pt x="141011" y="2163415"/>
                  <a:pt x="159516" y="2169035"/>
                  <a:pt x="176382" y="2174423"/>
                </a:cubicBezTo>
                <a:cubicBezTo>
                  <a:pt x="216905" y="2187776"/>
                  <a:pt x="258834" y="2188009"/>
                  <a:pt x="313646" y="2187776"/>
                </a:cubicBezTo>
                <a:cubicBezTo>
                  <a:pt x="267735" y="2126639"/>
                  <a:pt x="183643" y="2144910"/>
                  <a:pt x="144292" y="2080728"/>
                </a:cubicBezTo>
                <a:cubicBezTo>
                  <a:pt x="193481" y="2069484"/>
                  <a:pt x="231428" y="2092674"/>
                  <a:pt x="271249" y="2097124"/>
                </a:cubicBezTo>
                <a:cubicBezTo>
                  <a:pt x="307321" y="2101106"/>
                  <a:pt x="316222" y="2090332"/>
                  <a:pt x="307790" y="2054961"/>
                </a:cubicBezTo>
                <a:cubicBezTo>
                  <a:pt x="294673" y="1999915"/>
                  <a:pt x="314349" y="1971806"/>
                  <a:pt x="366818" y="1986798"/>
                </a:cubicBezTo>
                <a:cubicBezTo>
                  <a:pt x="415539" y="2000852"/>
                  <a:pt x="420692" y="1980240"/>
                  <a:pt x="407575" y="1948852"/>
                </a:cubicBezTo>
                <a:cubicBezTo>
                  <a:pt x="388836" y="1903176"/>
                  <a:pt x="410151" y="1867805"/>
                  <a:pt x="424674" y="1829390"/>
                </a:cubicBezTo>
                <a:cubicBezTo>
                  <a:pt x="446928" y="1770831"/>
                  <a:pt x="437558" y="1742253"/>
                  <a:pt x="389539" y="1698685"/>
                </a:cubicBezTo>
                <a:cubicBezTo>
                  <a:pt x="362602" y="1674323"/>
                  <a:pt x="333557" y="1653711"/>
                  <a:pt x="294438" y="1632630"/>
                </a:cubicBezTo>
                <a:cubicBezTo>
                  <a:pt x="384620" y="1621152"/>
                  <a:pt x="289988" y="1582503"/>
                  <a:pt x="321844" y="1558376"/>
                </a:cubicBezTo>
                <a:cubicBezTo>
                  <a:pt x="385557" y="1548538"/>
                  <a:pt x="437558" y="1625368"/>
                  <a:pt x="524227" y="1603350"/>
                </a:cubicBezTo>
                <a:cubicBezTo>
                  <a:pt x="417179" y="1536825"/>
                  <a:pt x="298889" y="1515041"/>
                  <a:pt x="221356" y="1426500"/>
                </a:cubicBezTo>
                <a:cubicBezTo>
                  <a:pt x="239158" y="1406355"/>
                  <a:pt x="256960" y="1425094"/>
                  <a:pt x="272186" y="1417599"/>
                </a:cubicBezTo>
                <a:cubicBezTo>
                  <a:pt x="271717" y="1412914"/>
                  <a:pt x="272889" y="1405886"/>
                  <a:pt x="270077" y="1403779"/>
                </a:cubicBezTo>
                <a:cubicBezTo>
                  <a:pt x="212221" y="1355525"/>
                  <a:pt x="211283" y="1354355"/>
                  <a:pt x="273356" y="1318749"/>
                </a:cubicBezTo>
                <a:cubicBezTo>
                  <a:pt x="295141" y="1306335"/>
                  <a:pt x="293267" y="1295325"/>
                  <a:pt x="281790" y="1279632"/>
                </a:cubicBezTo>
                <a:cubicBezTo>
                  <a:pt x="273590" y="1268622"/>
                  <a:pt x="263753" y="1258784"/>
                  <a:pt x="268438" y="1234657"/>
                </a:cubicBezTo>
                <a:cubicBezTo>
                  <a:pt x="302402" y="1265578"/>
                  <a:pt x="466603" y="1255505"/>
                  <a:pt x="495649" y="1252226"/>
                </a:cubicBezTo>
                <a:cubicBezTo>
                  <a:pt x="528208" y="1248713"/>
                  <a:pt x="560299" y="1233721"/>
                  <a:pt x="594497" y="1241919"/>
                </a:cubicBezTo>
                <a:cubicBezTo>
                  <a:pt x="621903" y="1248479"/>
                  <a:pt x="748860" y="1311957"/>
                  <a:pt x="766898" y="1239109"/>
                </a:cubicBezTo>
                <a:cubicBezTo>
                  <a:pt x="767835" y="1235595"/>
                  <a:pt x="819132" y="1243794"/>
                  <a:pt x="846773" y="1247776"/>
                </a:cubicBezTo>
                <a:cubicBezTo>
                  <a:pt x="871134" y="1251055"/>
                  <a:pt x="898540" y="1265578"/>
                  <a:pt x="914936" y="1236532"/>
                </a:cubicBezTo>
                <a:cubicBezTo>
                  <a:pt x="924540" y="1219433"/>
                  <a:pt x="884954" y="1186405"/>
                  <a:pt x="849584" y="1183594"/>
                </a:cubicBezTo>
                <a:cubicBezTo>
                  <a:pt x="818898" y="1181017"/>
                  <a:pt x="786807" y="1177269"/>
                  <a:pt x="757528" y="1184296"/>
                </a:cubicBezTo>
                <a:cubicBezTo>
                  <a:pt x="721456" y="1192730"/>
                  <a:pt x="702014" y="1179144"/>
                  <a:pt x="691941" y="1149864"/>
                </a:cubicBezTo>
                <a:cubicBezTo>
                  <a:pt x="680698" y="1117539"/>
                  <a:pt x="659147" y="1102547"/>
                  <a:pt x="629400" y="1087555"/>
                </a:cubicBezTo>
                <a:cubicBezTo>
                  <a:pt x="557253" y="1051250"/>
                  <a:pt x="487920" y="1009321"/>
                  <a:pt x="408747" y="988239"/>
                </a:cubicBezTo>
                <a:cubicBezTo>
                  <a:pt x="393052" y="984022"/>
                  <a:pt x="375719" y="978400"/>
                  <a:pt x="368458" y="950527"/>
                </a:cubicBezTo>
                <a:cubicBezTo>
                  <a:pt x="582786" y="992220"/>
                  <a:pt x="778141" y="1100908"/>
                  <a:pt x="999262" y="1094583"/>
                </a:cubicBezTo>
                <a:cubicBezTo>
                  <a:pt x="938829" y="1060149"/>
                  <a:pt x="868792" y="1058276"/>
                  <a:pt x="804376" y="1034149"/>
                </a:cubicBezTo>
                <a:cubicBezTo>
                  <a:pt x="850053" y="1016113"/>
                  <a:pt x="892918" y="1034852"/>
                  <a:pt x="936252" y="1045159"/>
                </a:cubicBezTo>
                <a:cubicBezTo>
                  <a:pt x="972559" y="1053591"/>
                  <a:pt x="1005353" y="1054997"/>
                  <a:pt x="1009335" y="1004636"/>
                </a:cubicBezTo>
                <a:cubicBezTo>
                  <a:pt x="1007929" y="1001356"/>
                  <a:pt x="1008163" y="997141"/>
                  <a:pt x="1008398" y="993158"/>
                </a:cubicBezTo>
                <a:cubicBezTo>
                  <a:pt x="996216" y="972311"/>
                  <a:pt x="977244" y="961536"/>
                  <a:pt x="954757" y="955445"/>
                </a:cubicBezTo>
                <a:cubicBezTo>
                  <a:pt x="941171" y="951697"/>
                  <a:pt x="923135" y="946075"/>
                  <a:pt x="923368" y="931085"/>
                </a:cubicBezTo>
                <a:cubicBezTo>
                  <a:pt x="924071" y="875570"/>
                  <a:pt x="880738" y="859407"/>
                  <a:pt x="837403" y="843245"/>
                </a:cubicBezTo>
                <a:cubicBezTo>
                  <a:pt x="861530" y="815605"/>
                  <a:pt x="880503" y="835983"/>
                  <a:pt x="898774" y="833876"/>
                </a:cubicBezTo>
                <a:cubicBezTo>
                  <a:pt x="910720" y="832470"/>
                  <a:pt x="921495" y="829894"/>
                  <a:pt x="921495" y="815605"/>
                </a:cubicBezTo>
                <a:cubicBezTo>
                  <a:pt x="921729" y="803658"/>
                  <a:pt x="916107" y="790072"/>
                  <a:pt x="904396" y="789839"/>
                </a:cubicBezTo>
                <a:cubicBezTo>
                  <a:pt x="831079" y="787730"/>
                  <a:pt x="790556" y="710900"/>
                  <a:pt x="714428" y="710666"/>
                </a:cubicBezTo>
                <a:cubicBezTo>
                  <a:pt x="668986" y="710666"/>
                  <a:pt x="738086" y="667332"/>
                  <a:pt x="699672" y="649295"/>
                </a:cubicBezTo>
                <a:cubicBezTo>
                  <a:pt x="691238" y="645313"/>
                  <a:pt x="721690" y="639224"/>
                  <a:pt x="735276" y="640160"/>
                </a:cubicBezTo>
                <a:cubicBezTo>
                  <a:pt x="748627" y="641097"/>
                  <a:pt x="760573" y="652574"/>
                  <a:pt x="776736" y="644376"/>
                </a:cubicBezTo>
                <a:cubicBezTo>
                  <a:pt x="785637" y="615097"/>
                  <a:pt x="762682" y="604322"/>
                  <a:pt x="743708" y="596123"/>
                </a:cubicBezTo>
                <a:cubicBezTo>
                  <a:pt x="699905" y="577150"/>
                  <a:pt x="657274" y="554195"/>
                  <a:pt x="609255" y="547401"/>
                </a:cubicBezTo>
                <a:cubicBezTo>
                  <a:pt x="592156" y="545059"/>
                  <a:pt x="633850" y="513671"/>
                  <a:pt x="642048" y="502662"/>
                </a:cubicBezTo>
                <a:cubicBezTo>
                  <a:pt x="448801" y="386949"/>
                  <a:pt x="216437" y="392804"/>
                  <a:pt x="0" y="299342"/>
                </a:cubicBezTo>
                <a:cubicBezTo>
                  <a:pt x="47785" y="281073"/>
                  <a:pt x="82921" y="294424"/>
                  <a:pt x="115480" y="297235"/>
                </a:cubicBezTo>
                <a:cubicBezTo>
                  <a:pt x="196760" y="304261"/>
                  <a:pt x="277105" y="318784"/>
                  <a:pt x="358151" y="327451"/>
                </a:cubicBezTo>
                <a:cubicBezTo>
                  <a:pt x="397971" y="331667"/>
                  <a:pt x="434981" y="347596"/>
                  <a:pt x="479486" y="322299"/>
                </a:cubicBezTo>
                <a:cubicBezTo>
                  <a:pt x="509235" y="305433"/>
                  <a:pt x="556786" y="323703"/>
                  <a:pt x="593327" y="338695"/>
                </a:cubicBezTo>
                <a:cubicBezTo>
                  <a:pt x="623543" y="351109"/>
                  <a:pt x="652355" y="354388"/>
                  <a:pt x="692410" y="338695"/>
                </a:cubicBezTo>
                <a:cubicBezTo>
                  <a:pt x="656103" y="329091"/>
                  <a:pt x="628228" y="320659"/>
                  <a:pt x="599651" y="314802"/>
                </a:cubicBezTo>
                <a:cubicBezTo>
                  <a:pt x="576930" y="310118"/>
                  <a:pt x="631040" y="291144"/>
                  <a:pt x="658679" y="293487"/>
                </a:cubicBezTo>
                <a:cubicBezTo>
                  <a:pt x="697329" y="296766"/>
                  <a:pt x="675545" y="284586"/>
                  <a:pt x="668986" y="267720"/>
                </a:cubicBezTo>
                <a:cubicBezTo>
                  <a:pt x="661959" y="249684"/>
                  <a:pt x="682806" y="244063"/>
                  <a:pt x="695923" y="247810"/>
                </a:cubicBezTo>
                <a:cubicBezTo>
                  <a:pt x="746284" y="262568"/>
                  <a:pt x="796411" y="236567"/>
                  <a:pt x="848413" y="257649"/>
                </a:cubicBezTo>
                <a:cubicBezTo>
                  <a:pt x="835295" y="205647"/>
                  <a:pt x="806952" y="182926"/>
                  <a:pt x="747690" y="175664"/>
                </a:cubicBezTo>
                <a:cubicBezTo>
                  <a:pt x="725437" y="172854"/>
                  <a:pt x="702248" y="177070"/>
                  <a:pt x="683040" y="162078"/>
                </a:cubicBezTo>
                <a:cubicBezTo>
                  <a:pt x="672030" y="153413"/>
                  <a:pt x="659616" y="143106"/>
                  <a:pt x="668283" y="127177"/>
                </a:cubicBezTo>
                <a:cubicBezTo>
                  <a:pt x="674373" y="115933"/>
                  <a:pt x="687491" y="115933"/>
                  <a:pt x="698266" y="119682"/>
                </a:cubicBezTo>
                <a:cubicBezTo>
                  <a:pt x="746519" y="136313"/>
                  <a:pt x="796880" y="142403"/>
                  <a:pt x="847241" y="148494"/>
                </a:cubicBezTo>
                <a:cubicBezTo>
                  <a:pt x="854972" y="149430"/>
                  <a:pt x="863637" y="152476"/>
                  <a:pt x="872305" y="137015"/>
                </a:cubicBezTo>
                <a:cubicBezTo>
                  <a:pt x="778141" y="111951"/>
                  <a:pt x="688662" y="76347"/>
                  <a:pt x="591921" y="62527"/>
                </a:cubicBezTo>
                <a:cubicBezTo>
                  <a:pt x="593327" y="55969"/>
                  <a:pt x="594732" y="49410"/>
                  <a:pt x="596138" y="42852"/>
                </a:cubicBezTo>
                <a:cubicBezTo>
                  <a:pt x="671796" y="52220"/>
                  <a:pt x="747456" y="61590"/>
                  <a:pt x="843025" y="73303"/>
                </a:cubicBezTo>
                <a:cubicBezTo>
                  <a:pt x="784231" y="36058"/>
                  <a:pt x="728717" y="48473"/>
                  <a:pt x="685149" y="15446"/>
                </a:cubicBezTo>
                <a:cubicBezTo>
                  <a:pt x="693347" y="2914"/>
                  <a:pt x="703244" y="-249"/>
                  <a:pt x="713492" y="1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5243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E19E9-0F84-40FD-8879-6E636774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 err="1"/>
              <a:t>EchipaThor</a:t>
            </a:r>
            <a:endParaRPr lang="en-US" sz="3600" dirty="0"/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6A3DEDD7-BF9B-4AFF-BCEB-759480E68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79204"/>
            <a:ext cx="4881842" cy="4365669"/>
          </a:xfrm>
        </p:spPr>
        <p:txBody>
          <a:bodyPr>
            <a:normAutofit/>
          </a:bodyPr>
          <a:lstStyle/>
          <a:p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Ouatu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Bogdan</a:t>
            </a:r>
            <a:endParaRPr lang="en-US" sz="2000" dirty="0"/>
          </a:p>
          <a:p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Chichirau Vlad</a:t>
            </a:r>
            <a:endParaRPr lang="en-US" sz="2000" dirty="0"/>
          </a:p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Ghadamiyan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Lida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Neferu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Ana-Maria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Mihai Ioana-Alexandra</a:t>
            </a:r>
          </a:p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Pinteala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Paula-Eliza</a:t>
            </a:r>
          </a:p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Tamaioaga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Gabriela-Maria</a:t>
            </a:r>
            <a:endParaRPr lang="en-US" sz="2000" dirty="0"/>
          </a:p>
          <a:p>
            <a:endParaRPr lang="en-US" sz="2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Content Placeholder 3" descr="Text&#10;&#10;Description automatically generated">
            <a:extLst>
              <a:ext uri="{FF2B5EF4-FFF2-40B4-BE49-F238E27FC236}">
                <a16:creationId xmlns:a16="http://schemas.microsoft.com/office/drawing/2014/main" id="{08F38121-C171-433F-ACDB-B5E46FBE14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" r="1171" b="1"/>
          <a:stretch/>
        </p:blipFill>
        <p:spPr>
          <a:xfrm>
            <a:off x="5684966" y="1782981"/>
            <a:ext cx="5473920" cy="436189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86550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231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Market si Problema</vt:lpstr>
      <vt:lpstr>Solutie</vt:lpstr>
      <vt:lpstr>Functionalitati</vt:lpstr>
      <vt:lpstr>Competitori</vt:lpstr>
      <vt:lpstr>Model Business</vt:lpstr>
      <vt:lpstr>EchipaThor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Vlad Chichirau</dc:creator>
  <cp:lastModifiedBy>Vlad Chichirau</cp:lastModifiedBy>
  <cp:revision>5</cp:revision>
  <dcterms:created xsi:type="dcterms:W3CDTF">2021-05-23T17:51:10Z</dcterms:created>
  <dcterms:modified xsi:type="dcterms:W3CDTF">2021-05-24T19:12:02Z</dcterms:modified>
</cp:coreProperties>
</file>